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Lst>
  <p:notesMasterIdLst>
    <p:notesMasterId r:id="rId14"/>
  </p:notesMasterIdLst>
  <p:sldIdLst>
    <p:sldId id="256" r:id="rId2"/>
    <p:sldId id="257" r:id="rId3"/>
    <p:sldId id="268" r:id="rId4"/>
    <p:sldId id="266" r:id="rId5"/>
    <p:sldId id="258" r:id="rId6"/>
    <p:sldId id="261" r:id="rId7"/>
    <p:sldId id="267" r:id="rId8"/>
    <p:sldId id="262" r:id="rId9"/>
    <p:sldId id="263" r:id="rId10"/>
    <p:sldId id="264" r:id="rId11"/>
    <p:sldId id="259" r:id="rId12"/>
    <p:sldId id="265"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C435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BA904CF-6BC9-C143-B607-88BD5D704F2D}" v="72" dt="2026-04-10T07:39:15.08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460"/>
    <p:restoredTop sz="83333"/>
  </p:normalViewPr>
  <p:slideViewPr>
    <p:cSldViewPr snapToGrid="0">
      <p:cViewPr varScale="1">
        <p:scale>
          <a:sx n="105" d="100"/>
          <a:sy n="105" d="100"/>
        </p:scale>
        <p:origin x="624" y="200"/>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na Sommani" userId="dfc5161e61809c7d" providerId="LiveId" clId="{3BA904CF-6BC9-C143-B607-88BD5D704F2D}"/>
    <pc:docChg chg="undo redo custSel addSld delSld modSld sldOrd modMainMaster">
      <pc:chgData name="Anna Sommani" userId="dfc5161e61809c7d" providerId="LiveId" clId="{3BA904CF-6BC9-C143-B607-88BD5D704F2D}" dt="2026-04-10T08:51:25.039" v="3962" actId="478"/>
      <pc:docMkLst>
        <pc:docMk/>
      </pc:docMkLst>
      <pc:sldChg chg="addSp delSp modSp mod">
        <pc:chgData name="Anna Sommani" userId="dfc5161e61809c7d" providerId="LiveId" clId="{3BA904CF-6BC9-C143-B607-88BD5D704F2D}" dt="2026-04-07T11:37:56.006" v="424" actId="790"/>
        <pc:sldMkLst>
          <pc:docMk/>
          <pc:sldMk cId="3394441837" sldId="256"/>
        </pc:sldMkLst>
        <pc:spChg chg="mod">
          <ac:chgData name="Anna Sommani" userId="dfc5161e61809c7d" providerId="LiveId" clId="{3BA904CF-6BC9-C143-B607-88BD5D704F2D}" dt="2026-04-07T11:37:56.006" v="424" actId="790"/>
          <ac:spMkLst>
            <pc:docMk/>
            <pc:sldMk cId="3394441837" sldId="256"/>
            <ac:spMk id="2" creationId="{F27E4FCC-3A73-B957-16AA-30CF5362F46D}"/>
          </ac:spMkLst>
        </pc:spChg>
        <pc:spChg chg="mod">
          <ac:chgData name="Anna Sommani" userId="dfc5161e61809c7d" providerId="LiveId" clId="{3BA904CF-6BC9-C143-B607-88BD5D704F2D}" dt="2026-04-07T11:18:48.196" v="90" actId="20577"/>
          <ac:spMkLst>
            <pc:docMk/>
            <pc:sldMk cId="3394441837" sldId="256"/>
            <ac:spMk id="3" creationId="{4BEE7781-443A-ED53-C4F5-E350A0E4676E}"/>
          </ac:spMkLst>
        </pc:spChg>
        <pc:spChg chg="add del">
          <ac:chgData name="Anna Sommani" userId="dfc5161e61809c7d" providerId="LiveId" clId="{3BA904CF-6BC9-C143-B607-88BD5D704F2D}" dt="2026-04-07T11:18:18.410" v="80" actId="22"/>
          <ac:spMkLst>
            <pc:docMk/>
            <pc:sldMk cId="3394441837" sldId="256"/>
            <ac:spMk id="5" creationId="{DDB89F56-BC45-C8A9-AE11-265DC2A04A47}"/>
          </ac:spMkLst>
        </pc:spChg>
        <pc:spChg chg="add mod">
          <ac:chgData name="Anna Sommani" userId="dfc5161e61809c7d" providerId="LiveId" clId="{3BA904CF-6BC9-C143-B607-88BD5D704F2D}" dt="2026-04-07T11:19:12.234" v="106" actId="20577"/>
          <ac:spMkLst>
            <pc:docMk/>
            <pc:sldMk cId="3394441837" sldId="256"/>
            <ac:spMk id="7" creationId="{42952303-F1DC-7D06-14E9-1AD8D9FB8B72}"/>
          </ac:spMkLst>
        </pc:spChg>
      </pc:sldChg>
      <pc:sldChg chg="modSp new mod">
        <pc:chgData name="Anna Sommani" userId="dfc5161e61809c7d" providerId="LiveId" clId="{3BA904CF-6BC9-C143-B607-88BD5D704F2D}" dt="2026-04-08T12:58:15.083" v="2297" actId="27636"/>
        <pc:sldMkLst>
          <pc:docMk/>
          <pc:sldMk cId="1847663646" sldId="257"/>
        </pc:sldMkLst>
        <pc:spChg chg="mod">
          <ac:chgData name="Anna Sommani" userId="dfc5161e61809c7d" providerId="LiveId" clId="{3BA904CF-6BC9-C143-B607-88BD5D704F2D}" dt="2026-04-07T11:21:05.492" v="143" actId="20577"/>
          <ac:spMkLst>
            <pc:docMk/>
            <pc:sldMk cId="1847663646" sldId="257"/>
            <ac:spMk id="2" creationId="{B049070C-4BBB-7D5A-8688-1A9C2A93D1D4}"/>
          </ac:spMkLst>
        </pc:spChg>
        <pc:spChg chg="mod">
          <ac:chgData name="Anna Sommani" userId="dfc5161e61809c7d" providerId="LiveId" clId="{3BA904CF-6BC9-C143-B607-88BD5D704F2D}" dt="2026-04-08T12:58:15.083" v="2297" actId="27636"/>
          <ac:spMkLst>
            <pc:docMk/>
            <pc:sldMk cId="1847663646" sldId="257"/>
            <ac:spMk id="3" creationId="{9CD1000B-6710-B0E1-9A74-5C8CE208EE8B}"/>
          </ac:spMkLst>
        </pc:spChg>
      </pc:sldChg>
      <pc:sldChg chg="new del">
        <pc:chgData name="Anna Sommani" userId="dfc5161e61809c7d" providerId="LiveId" clId="{3BA904CF-6BC9-C143-B607-88BD5D704F2D}" dt="2026-04-07T11:18:47.614" v="89" actId="680"/>
        <pc:sldMkLst>
          <pc:docMk/>
          <pc:sldMk cId="1947994200" sldId="257"/>
        </pc:sldMkLst>
      </pc:sldChg>
      <pc:sldChg chg="addSp delSp modSp new mod modNotesTx">
        <pc:chgData name="Anna Sommani" userId="dfc5161e61809c7d" providerId="LiveId" clId="{3BA904CF-6BC9-C143-B607-88BD5D704F2D}" dt="2026-04-08T23:01:43.050" v="3794"/>
        <pc:sldMkLst>
          <pc:docMk/>
          <pc:sldMk cId="3576997468" sldId="258"/>
        </pc:sldMkLst>
        <pc:spChg chg="del mod">
          <ac:chgData name="Anna Sommani" userId="dfc5161e61809c7d" providerId="LiveId" clId="{3BA904CF-6BC9-C143-B607-88BD5D704F2D}" dt="2026-04-08T09:45:35.085" v="772" actId="478"/>
          <ac:spMkLst>
            <pc:docMk/>
            <pc:sldMk cId="3576997468" sldId="258"/>
            <ac:spMk id="2" creationId="{C6AB3072-6CFB-6A24-3424-CAEDCC19D85A}"/>
          </ac:spMkLst>
        </pc:spChg>
        <pc:spChg chg="del mod">
          <ac:chgData name="Anna Sommani" userId="dfc5161e61809c7d" providerId="LiveId" clId="{3BA904CF-6BC9-C143-B607-88BD5D704F2D}" dt="2026-04-08T09:45:37.522" v="773" actId="478"/>
          <ac:spMkLst>
            <pc:docMk/>
            <pc:sldMk cId="3576997468" sldId="258"/>
            <ac:spMk id="3" creationId="{38713FBB-D47B-9689-799C-9D912042AC96}"/>
          </ac:spMkLst>
        </pc:spChg>
        <pc:spChg chg="add mod">
          <ac:chgData name="Anna Sommani" userId="dfc5161e61809c7d" providerId="LiveId" clId="{3BA904CF-6BC9-C143-B607-88BD5D704F2D}" dt="2026-04-08T11:54:06.833" v="899" actId="255"/>
          <ac:spMkLst>
            <pc:docMk/>
            <pc:sldMk cId="3576997468" sldId="258"/>
            <ac:spMk id="5" creationId="{4DF42646-3ADA-5E81-8770-6CC5B1AA96F5}"/>
          </ac:spMkLst>
        </pc:spChg>
        <pc:spChg chg="add del mod">
          <ac:chgData name="Anna Sommani" userId="dfc5161e61809c7d" providerId="LiveId" clId="{3BA904CF-6BC9-C143-B607-88BD5D704F2D}" dt="2026-04-08T11:44:39.835" v="790" actId="931"/>
          <ac:spMkLst>
            <pc:docMk/>
            <pc:sldMk cId="3576997468" sldId="258"/>
            <ac:spMk id="7" creationId="{50907A8B-1E08-63E1-06D2-8975ACE25B43}"/>
          </ac:spMkLst>
        </pc:spChg>
        <pc:spChg chg="add mod">
          <ac:chgData name="Anna Sommani" userId="dfc5161e61809c7d" providerId="LiveId" clId="{3BA904CF-6BC9-C143-B607-88BD5D704F2D}" dt="2026-04-08T12:32:21.069" v="1741" actId="14100"/>
          <ac:spMkLst>
            <pc:docMk/>
            <pc:sldMk cId="3576997468" sldId="258"/>
            <ac:spMk id="12" creationId="{B89E4B85-73AD-54A1-E51B-DC3B64DE6B79}"/>
          </ac:spMkLst>
        </pc:spChg>
        <pc:spChg chg="add mod">
          <ac:chgData name="Anna Sommani" userId="dfc5161e61809c7d" providerId="LiveId" clId="{3BA904CF-6BC9-C143-B607-88BD5D704F2D}" dt="2026-04-08T19:32:00.643" v="2799" actId="255"/>
          <ac:spMkLst>
            <pc:docMk/>
            <pc:sldMk cId="3576997468" sldId="258"/>
            <ac:spMk id="18" creationId="{124B50DA-589D-2A1B-783C-ADE0AF68F293}"/>
          </ac:spMkLst>
        </pc:spChg>
        <pc:spChg chg="add mod">
          <ac:chgData name="Anna Sommani" userId="dfc5161e61809c7d" providerId="LiveId" clId="{3BA904CF-6BC9-C143-B607-88BD5D704F2D}" dt="2026-04-08T20:07:28.272" v="3021"/>
          <ac:spMkLst>
            <pc:docMk/>
            <pc:sldMk cId="3576997468" sldId="258"/>
            <ac:spMk id="23" creationId="{0DB6AF21-1EC3-D530-0332-893F09EF8539}"/>
          </ac:spMkLst>
        </pc:spChg>
        <pc:spChg chg="add mod">
          <ac:chgData name="Anna Sommani" userId="dfc5161e61809c7d" providerId="LiveId" clId="{3BA904CF-6BC9-C143-B607-88BD5D704F2D}" dt="2026-04-08T20:29:17.788" v="3286" actId="20577"/>
          <ac:spMkLst>
            <pc:docMk/>
            <pc:sldMk cId="3576997468" sldId="258"/>
            <ac:spMk id="24" creationId="{8FF73826-EA9E-D14B-E998-D75EB11E667D}"/>
          </ac:spMkLst>
        </pc:spChg>
        <pc:spChg chg="add mod">
          <ac:chgData name="Anna Sommani" userId="dfc5161e61809c7d" providerId="LiveId" clId="{3BA904CF-6BC9-C143-B607-88BD5D704F2D}" dt="2026-04-08T23:01:43.050" v="3794"/>
          <ac:spMkLst>
            <pc:docMk/>
            <pc:sldMk cId="3576997468" sldId="258"/>
            <ac:spMk id="26" creationId="{AC8C9240-7618-F186-D32E-A486D466FCD0}"/>
          </ac:spMkLst>
        </pc:spChg>
        <pc:picChg chg="add mod">
          <ac:chgData name="Anna Sommani" userId="dfc5161e61809c7d" providerId="LiveId" clId="{3BA904CF-6BC9-C143-B607-88BD5D704F2D}" dt="2026-04-08T12:31:18.940" v="1728" actId="1076"/>
          <ac:picMkLst>
            <pc:docMk/>
            <pc:sldMk cId="3576997468" sldId="258"/>
            <ac:picMk id="9" creationId="{0EC93732-2C5B-A6A1-1D4B-83E6C58A1F67}"/>
          </ac:picMkLst>
        </pc:picChg>
        <pc:picChg chg="add del mod">
          <ac:chgData name="Anna Sommani" userId="dfc5161e61809c7d" providerId="LiveId" clId="{3BA904CF-6BC9-C143-B607-88BD5D704F2D}" dt="2026-04-08T11:45:20.620" v="799" actId="478"/>
          <ac:picMkLst>
            <pc:docMk/>
            <pc:sldMk cId="3576997468" sldId="258"/>
            <ac:picMk id="11" creationId="{96C27CC0-917F-51C2-9B9A-EE394D0BEA9B}"/>
          </ac:picMkLst>
        </pc:picChg>
        <pc:cxnChg chg="add mod">
          <ac:chgData name="Anna Sommani" userId="dfc5161e61809c7d" providerId="LiveId" clId="{3BA904CF-6BC9-C143-B607-88BD5D704F2D}" dt="2026-04-08T12:32:21.069" v="1741" actId="14100"/>
          <ac:cxnSpMkLst>
            <pc:docMk/>
            <pc:sldMk cId="3576997468" sldId="258"/>
            <ac:cxnSpMk id="14" creationId="{D72AF176-AC46-A1FC-D6D6-6A27AD09D43A}"/>
          </ac:cxnSpMkLst>
        </pc:cxnChg>
      </pc:sldChg>
      <pc:sldChg chg="addSp delSp modSp new mod">
        <pc:chgData name="Anna Sommani" userId="dfc5161e61809c7d" providerId="LiveId" clId="{3BA904CF-6BC9-C143-B607-88BD5D704F2D}" dt="2026-04-10T07:39:15.082" v="3800"/>
        <pc:sldMkLst>
          <pc:docMk/>
          <pc:sldMk cId="2038201188" sldId="259"/>
        </pc:sldMkLst>
        <pc:spChg chg="mod">
          <ac:chgData name="Anna Sommani" userId="dfc5161e61809c7d" providerId="LiveId" clId="{3BA904CF-6BC9-C143-B607-88BD5D704F2D}" dt="2026-04-08T19:31:08.905" v="2794" actId="20577"/>
          <ac:spMkLst>
            <pc:docMk/>
            <pc:sldMk cId="2038201188" sldId="259"/>
            <ac:spMk id="2" creationId="{713E309C-F839-3142-B97F-8CFA05E0E1CA}"/>
          </ac:spMkLst>
        </pc:spChg>
        <pc:spChg chg="del mod">
          <ac:chgData name="Anna Sommani" userId="dfc5161e61809c7d" providerId="LiveId" clId="{3BA904CF-6BC9-C143-B607-88BD5D704F2D}" dt="2026-04-10T07:39:07.203" v="3799" actId="3680"/>
          <ac:spMkLst>
            <pc:docMk/>
            <pc:sldMk cId="2038201188" sldId="259"/>
            <ac:spMk id="3" creationId="{06FB9977-0661-6A1C-126E-693F7CA66599}"/>
          </ac:spMkLst>
        </pc:spChg>
        <pc:graphicFrameChg chg="add mod ord modGraphic">
          <ac:chgData name="Anna Sommani" userId="dfc5161e61809c7d" providerId="LiveId" clId="{3BA904CF-6BC9-C143-B607-88BD5D704F2D}" dt="2026-04-10T07:39:07.203" v="3799" actId="3680"/>
          <ac:graphicFrameMkLst>
            <pc:docMk/>
            <pc:sldMk cId="2038201188" sldId="259"/>
            <ac:graphicFrameMk id="5" creationId="{5E223CD5-082F-F77A-F820-90A5024F2834}"/>
          </ac:graphicFrameMkLst>
        </pc:graphicFrameChg>
        <pc:graphicFrameChg chg="add mod">
          <ac:chgData name="Anna Sommani" userId="dfc5161e61809c7d" providerId="LiveId" clId="{3BA904CF-6BC9-C143-B607-88BD5D704F2D}" dt="2026-04-10T07:39:15.082" v="3800"/>
          <ac:graphicFrameMkLst>
            <pc:docMk/>
            <pc:sldMk cId="2038201188" sldId="259"/>
            <ac:graphicFrameMk id="6" creationId="{F9BD40EB-E024-92E2-B861-04DB22F19EC0}"/>
          </ac:graphicFrameMkLst>
        </pc:graphicFrameChg>
      </pc:sldChg>
      <pc:sldChg chg="addSp delSp modSp new del mod ord">
        <pc:chgData name="Anna Sommani" userId="dfc5161e61809c7d" providerId="LiveId" clId="{3BA904CF-6BC9-C143-B607-88BD5D704F2D}" dt="2026-04-08T12:33:50.121" v="1788" actId="2696"/>
        <pc:sldMkLst>
          <pc:docMk/>
          <pc:sldMk cId="3960902814" sldId="260"/>
        </pc:sldMkLst>
        <pc:spChg chg="mod">
          <ac:chgData name="Anna Sommani" userId="dfc5161e61809c7d" providerId="LiveId" clId="{3BA904CF-6BC9-C143-B607-88BD5D704F2D}" dt="2026-04-08T12:33:48.055" v="1787" actId="20577"/>
          <ac:spMkLst>
            <pc:docMk/>
            <pc:sldMk cId="3960902814" sldId="260"/>
            <ac:spMk id="2" creationId="{0A60CFC9-58F1-BAD5-053C-7CDB5E452AE7}"/>
          </ac:spMkLst>
        </pc:spChg>
        <pc:spChg chg="del">
          <ac:chgData name="Anna Sommani" userId="dfc5161e61809c7d" providerId="LiveId" clId="{3BA904CF-6BC9-C143-B607-88BD5D704F2D}" dt="2026-04-08T11:47:53.274" v="818" actId="931"/>
          <ac:spMkLst>
            <pc:docMk/>
            <pc:sldMk cId="3960902814" sldId="260"/>
            <ac:spMk id="3" creationId="{5ECB85BE-024C-2CE5-CDA5-DE9791ECF9C2}"/>
          </ac:spMkLst>
        </pc:spChg>
        <pc:spChg chg="add mod">
          <ac:chgData name="Anna Sommani" userId="dfc5161e61809c7d" providerId="LiveId" clId="{3BA904CF-6BC9-C143-B607-88BD5D704F2D}" dt="2026-04-08T12:33:37.996" v="1786" actId="20577"/>
          <ac:spMkLst>
            <pc:docMk/>
            <pc:sldMk cId="3960902814" sldId="260"/>
            <ac:spMk id="7" creationId="{3B591DBD-D16D-7094-B15E-85002C4842BB}"/>
          </ac:spMkLst>
        </pc:spChg>
        <pc:picChg chg="add del mod">
          <ac:chgData name="Anna Sommani" userId="dfc5161e61809c7d" providerId="LiveId" clId="{3BA904CF-6BC9-C143-B607-88BD5D704F2D}" dt="2026-04-08T11:48:07.843" v="822" actId="478"/>
          <ac:picMkLst>
            <pc:docMk/>
            <pc:sldMk cId="3960902814" sldId="260"/>
            <ac:picMk id="5" creationId="{C19A62B7-6BA0-6CE1-901A-59AAE15940BC}"/>
          </ac:picMkLst>
        </pc:picChg>
      </pc:sldChg>
      <pc:sldChg chg="addSp delSp modSp add mod ord">
        <pc:chgData name="Anna Sommani" userId="dfc5161e61809c7d" providerId="LiveId" clId="{3BA904CF-6BC9-C143-B607-88BD5D704F2D}" dt="2026-04-08T21:17:39.965" v="3475" actId="1076"/>
        <pc:sldMkLst>
          <pc:docMk/>
          <pc:sldMk cId="2630987691" sldId="261"/>
        </pc:sldMkLst>
        <pc:spChg chg="add del mod">
          <ac:chgData name="Anna Sommani" userId="dfc5161e61809c7d" providerId="LiveId" clId="{3BA904CF-6BC9-C143-B607-88BD5D704F2D}" dt="2026-04-08T11:56:25.313" v="925" actId="931"/>
          <ac:spMkLst>
            <pc:docMk/>
            <pc:sldMk cId="2630987691" sldId="261"/>
            <ac:spMk id="3" creationId="{6160A498-B3CF-B955-02E8-4879FEE02C65}"/>
          </ac:spMkLst>
        </pc:spChg>
        <pc:spChg chg="mod">
          <ac:chgData name="Anna Sommani" userId="dfc5161e61809c7d" providerId="LiveId" clId="{3BA904CF-6BC9-C143-B607-88BD5D704F2D}" dt="2026-04-08T11:55:59.715" v="921" actId="20577"/>
          <ac:spMkLst>
            <pc:docMk/>
            <pc:sldMk cId="2630987691" sldId="261"/>
            <ac:spMk id="5" creationId="{8A599578-CC4E-F888-7703-8753FC1BD5E5}"/>
          </ac:spMkLst>
        </pc:spChg>
        <pc:spChg chg="add del mod">
          <ac:chgData name="Anna Sommani" userId="dfc5161e61809c7d" providerId="LiveId" clId="{3BA904CF-6BC9-C143-B607-88BD5D704F2D}" dt="2026-04-08T11:56:35.632" v="929" actId="931"/>
          <ac:spMkLst>
            <pc:docMk/>
            <pc:sldMk cId="2630987691" sldId="261"/>
            <ac:spMk id="8" creationId="{7BE3E606-EAA3-EABA-B70B-1EC5A5D9CEF3}"/>
          </ac:spMkLst>
        </pc:spChg>
        <pc:spChg chg="del">
          <ac:chgData name="Anna Sommani" userId="dfc5161e61809c7d" providerId="LiveId" clId="{3BA904CF-6BC9-C143-B607-88BD5D704F2D}" dt="2026-04-08T11:57:16.177" v="937" actId="478"/>
          <ac:spMkLst>
            <pc:docMk/>
            <pc:sldMk cId="2630987691" sldId="261"/>
            <ac:spMk id="12" creationId="{1552C5BA-623B-21AA-3862-2288DDBD94E9}"/>
          </ac:spMkLst>
        </pc:spChg>
        <pc:spChg chg="add mod">
          <ac:chgData name="Anna Sommani" userId="dfc5161e61809c7d" providerId="LiveId" clId="{3BA904CF-6BC9-C143-B607-88BD5D704F2D}" dt="2026-04-08T12:06:10.471" v="968" actId="14100"/>
          <ac:spMkLst>
            <pc:docMk/>
            <pc:sldMk cId="2630987691" sldId="261"/>
            <ac:spMk id="16" creationId="{928B37F6-8091-9135-D020-7FF181E87C51}"/>
          </ac:spMkLst>
        </pc:spChg>
        <pc:spChg chg="del">
          <ac:chgData name="Anna Sommani" userId="dfc5161e61809c7d" providerId="LiveId" clId="{3BA904CF-6BC9-C143-B607-88BD5D704F2D}" dt="2026-04-08T11:57:19.859" v="939" actId="478"/>
          <ac:spMkLst>
            <pc:docMk/>
            <pc:sldMk cId="2630987691" sldId="261"/>
            <ac:spMk id="18" creationId="{E5D18AF9-5CF0-60B3-40D7-E96AC43B6716}"/>
          </ac:spMkLst>
        </pc:spChg>
        <pc:spChg chg="add mod">
          <ac:chgData name="Anna Sommani" userId="dfc5161e61809c7d" providerId="LiveId" clId="{3BA904CF-6BC9-C143-B607-88BD5D704F2D}" dt="2026-04-08T12:47:05.139" v="2237" actId="1582"/>
          <ac:spMkLst>
            <pc:docMk/>
            <pc:sldMk cId="2630987691" sldId="261"/>
            <ac:spMk id="20" creationId="{81C6299D-38E7-05C8-C67D-6D78F3469283}"/>
          </ac:spMkLst>
        </pc:spChg>
        <pc:spChg chg="add mod">
          <ac:chgData name="Anna Sommani" userId="dfc5161e61809c7d" providerId="LiveId" clId="{3BA904CF-6BC9-C143-B607-88BD5D704F2D}" dt="2026-04-08T12:46:18.742" v="2234" actId="1582"/>
          <ac:spMkLst>
            <pc:docMk/>
            <pc:sldMk cId="2630987691" sldId="261"/>
            <ac:spMk id="23" creationId="{A68F35E3-CDF0-6AC6-C8E3-2F9EE5B78651}"/>
          </ac:spMkLst>
        </pc:spChg>
        <pc:spChg chg="add mod">
          <ac:chgData name="Anna Sommani" userId="dfc5161e61809c7d" providerId="LiveId" clId="{3BA904CF-6BC9-C143-B607-88BD5D704F2D}" dt="2026-04-08T12:46:47.042" v="2235" actId="1582"/>
          <ac:spMkLst>
            <pc:docMk/>
            <pc:sldMk cId="2630987691" sldId="261"/>
            <ac:spMk id="24" creationId="{167C888E-B2E4-19E5-7EC7-9407F61F28A0}"/>
          </ac:spMkLst>
        </pc:spChg>
        <pc:spChg chg="add mod">
          <ac:chgData name="Anna Sommani" userId="dfc5161e61809c7d" providerId="LiveId" clId="{3BA904CF-6BC9-C143-B607-88BD5D704F2D}" dt="2026-04-08T20:44:41.056" v="3329" actId="20577"/>
          <ac:spMkLst>
            <pc:docMk/>
            <pc:sldMk cId="2630987691" sldId="261"/>
            <ac:spMk id="25" creationId="{E8B3C307-EB89-7E01-96D0-D8597DFE5ED5}"/>
          </ac:spMkLst>
        </pc:spChg>
        <pc:spChg chg="add del mod">
          <ac:chgData name="Anna Sommani" userId="dfc5161e61809c7d" providerId="LiveId" clId="{3BA904CF-6BC9-C143-B607-88BD5D704F2D}" dt="2026-04-08T12:37:57.946" v="2058" actId="478"/>
          <ac:spMkLst>
            <pc:docMk/>
            <pc:sldMk cId="2630987691" sldId="261"/>
            <ac:spMk id="26" creationId="{88A0AA2C-0A79-7184-F648-601630FFF41C}"/>
          </ac:spMkLst>
        </pc:spChg>
        <pc:spChg chg="add mod">
          <ac:chgData name="Anna Sommani" userId="dfc5161e61809c7d" providerId="LiveId" clId="{3BA904CF-6BC9-C143-B607-88BD5D704F2D}" dt="2026-04-08T20:25:32.969" v="3081" actId="20577"/>
          <ac:spMkLst>
            <pc:docMk/>
            <pc:sldMk cId="2630987691" sldId="261"/>
            <ac:spMk id="27" creationId="{E189D361-091A-C552-1677-B9F2A529525E}"/>
          </ac:spMkLst>
        </pc:spChg>
        <pc:spChg chg="add mod">
          <ac:chgData name="Anna Sommani" userId="dfc5161e61809c7d" providerId="LiveId" clId="{3BA904CF-6BC9-C143-B607-88BD5D704F2D}" dt="2026-04-08T20:48:43.372" v="3358" actId="1076"/>
          <ac:spMkLst>
            <pc:docMk/>
            <pc:sldMk cId="2630987691" sldId="261"/>
            <ac:spMk id="29" creationId="{BD29479D-32E8-8835-7094-76F08D0D9EE9}"/>
          </ac:spMkLst>
        </pc:spChg>
        <pc:spChg chg="add del mod">
          <ac:chgData name="Anna Sommani" userId="dfc5161e61809c7d" providerId="LiveId" clId="{3BA904CF-6BC9-C143-B607-88BD5D704F2D}" dt="2026-04-08T20:44:57.611" v="3330" actId="478"/>
          <ac:spMkLst>
            <pc:docMk/>
            <pc:sldMk cId="2630987691" sldId="261"/>
            <ac:spMk id="31" creationId="{C34223F2-E750-A5B3-A603-CFF43F47A7C2}"/>
          </ac:spMkLst>
        </pc:spChg>
        <pc:spChg chg="add mod">
          <ac:chgData name="Anna Sommani" userId="dfc5161e61809c7d" providerId="LiveId" clId="{3BA904CF-6BC9-C143-B607-88BD5D704F2D}" dt="2026-04-08T20:47:42.953" v="3339" actId="767"/>
          <ac:spMkLst>
            <pc:docMk/>
            <pc:sldMk cId="2630987691" sldId="261"/>
            <ac:spMk id="32" creationId="{693A0AAA-3C03-71A4-8AB2-D288CDB63BC6}"/>
          </ac:spMkLst>
        </pc:spChg>
        <pc:spChg chg="add del mod">
          <ac:chgData name="Anna Sommani" userId="dfc5161e61809c7d" providerId="LiveId" clId="{3BA904CF-6BC9-C143-B607-88BD5D704F2D}" dt="2026-04-08T20:48:46.562" v="3359" actId="478"/>
          <ac:spMkLst>
            <pc:docMk/>
            <pc:sldMk cId="2630987691" sldId="261"/>
            <ac:spMk id="33" creationId="{3CC69C6F-F1F5-4718-E238-561DB9087952}"/>
          </ac:spMkLst>
        </pc:spChg>
        <pc:spChg chg="add mod">
          <ac:chgData name="Anna Sommani" userId="dfc5161e61809c7d" providerId="LiveId" clId="{3BA904CF-6BC9-C143-B607-88BD5D704F2D}" dt="2026-04-08T21:16:43.827" v="3417" actId="20577"/>
          <ac:spMkLst>
            <pc:docMk/>
            <pc:sldMk cId="2630987691" sldId="261"/>
            <ac:spMk id="35" creationId="{567D9565-D05C-8F35-7C80-F85453EE8EB1}"/>
          </ac:spMkLst>
        </pc:spChg>
        <pc:spChg chg="add mod">
          <ac:chgData name="Anna Sommani" userId="dfc5161e61809c7d" providerId="LiveId" clId="{3BA904CF-6BC9-C143-B607-88BD5D704F2D}" dt="2026-04-08T21:17:39.965" v="3475" actId="1076"/>
          <ac:spMkLst>
            <pc:docMk/>
            <pc:sldMk cId="2630987691" sldId="261"/>
            <ac:spMk id="37" creationId="{358C87C9-03AE-58F7-3844-D75D7F405F38}"/>
          </ac:spMkLst>
        </pc:spChg>
        <pc:picChg chg="add del mod">
          <ac:chgData name="Anna Sommani" userId="dfc5161e61809c7d" providerId="LiveId" clId="{3BA904CF-6BC9-C143-B607-88BD5D704F2D}" dt="2026-04-08T11:56:27.673" v="928" actId="478"/>
          <ac:picMkLst>
            <pc:docMk/>
            <pc:sldMk cId="2630987691" sldId="261"/>
            <ac:picMk id="6" creationId="{75443745-7323-3085-01D7-EE93EEAD1D86}"/>
          </ac:picMkLst>
        </pc:picChg>
        <pc:picChg chg="del mod">
          <ac:chgData name="Anna Sommani" userId="dfc5161e61809c7d" providerId="LiveId" clId="{3BA904CF-6BC9-C143-B607-88BD5D704F2D}" dt="2026-04-08T11:56:17.049" v="924" actId="478"/>
          <ac:picMkLst>
            <pc:docMk/>
            <pc:sldMk cId="2630987691" sldId="261"/>
            <ac:picMk id="9" creationId="{282ADC0B-A9F6-EC15-4CF7-23CFE0386E1A}"/>
          </ac:picMkLst>
        </pc:picChg>
        <pc:picChg chg="add mod">
          <ac:chgData name="Anna Sommani" userId="dfc5161e61809c7d" providerId="LiveId" clId="{3BA904CF-6BC9-C143-B607-88BD5D704F2D}" dt="2026-04-08T12:01:06.901" v="952" actId="14100"/>
          <ac:picMkLst>
            <pc:docMk/>
            <pc:sldMk cId="2630987691" sldId="261"/>
            <ac:picMk id="11" creationId="{C9D2EAE4-776B-9FAD-F187-0F99361F8AE2}"/>
          </ac:picMkLst>
        </pc:picChg>
        <pc:picChg chg="add mod">
          <ac:chgData name="Anna Sommani" userId="dfc5161e61809c7d" providerId="LiveId" clId="{3BA904CF-6BC9-C143-B607-88BD5D704F2D}" dt="2026-04-08T12:46:58.239" v="2236" actId="1076"/>
          <ac:picMkLst>
            <pc:docMk/>
            <pc:sldMk cId="2630987691" sldId="261"/>
            <ac:picMk id="15" creationId="{EBFA4A42-F357-E8BA-FD3F-2AD214182DC3}"/>
          </ac:picMkLst>
        </pc:picChg>
        <pc:cxnChg chg="del mod">
          <ac:chgData name="Anna Sommani" userId="dfc5161e61809c7d" providerId="LiveId" clId="{3BA904CF-6BC9-C143-B607-88BD5D704F2D}" dt="2026-04-08T11:57:18.032" v="938" actId="478"/>
          <ac:cxnSpMkLst>
            <pc:docMk/>
            <pc:sldMk cId="2630987691" sldId="261"/>
            <ac:cxnSpMk id="14" creationId="{80213661-5744-615F-A8C2-7AB550E42766}"/>
          </ac:cxnSpMkLst>
        </pc:cxnChg>
        <pc:cxnChg chg="add mod">
          <ac:chgData name="Anna Sommani" userId="dfc5161e61809c7d" providerId="LiveId" clId="{3BA904CF-6BC9-C143-B607-88BD5D704F2D}" dt="2026-04-08T12:06:16.770" v="970" actId="14100"/>
          <ac:cxnSpMkLst>
            <pc:docMk/>
            <pc:sldMk cId="2630987691" sldId="261"/>
            <ac:cxnSpMk id="17" creationId="{3B70E4EE-82F9-BDC7-E316-74364CE58DF8}"/>
          </ac:cxnSpMkLst>
        </pc:cxnChg>
      </pc:sldChg>
      <pc:sldChg chg="addSp delSp modSp add mod ord">
        <pc:chgData name="Anna Sommani" userId="dfc5161e61809c7d" providerId="LiveId" clId="{3BA904CF-6BC9-C143-B607-88BD5D704F2D}" dt="2026-04-08T22:45:48.606" v="3788" actId="20577"/>
        <pc:sldMkLst>
          <pc:docMk/>
          <pc:sldMk cId="2189414836" sldId="262"/>
        </pc:sldMkLst>
        <pc:spChg chg="add del mod">
          <ac:chgData name="Anna Sommani" userId="dfc5161e61809c7d" providerId="LiveId" clId="{3BA904CF-6BC9-C143-B607-88BD5D704F2D}" dt="2026-04-08T12:10:46.114" v="1001" actId="931"/>
          <ac:spMkLst>
            <pc:docMk/>
            <pc:sldMk cId="2189414836" sldId="262"/>
            <ac:spMk id="3" creationId="{5A47E3C9-C0BF-A5C1-24DE-55DF3C4F2CF6}"/>
          </ac:spMkLst>
        </pc:spChg>
        <pc:spChg chg="mod">
          <ac:chgData name="Anna Sommani" userId="dfc5161e61809c7d" providerId="LiveId" clId="{3BA904CF-6BC9-C143-B607-88BD5D704F2D}" dt="2026-04-08T12:10:34.621" v="998" actId="20577"/>
          <ac:spMkLst>
            <pc:docMk/>
            <pc:sldMk cId="2189414836" sldId="262"/>
            <ac:spMk id="5" creationId="{D4ABB136-1C94-572B-9BB9-9CDAD9C554EC}"/>
          </ac:spMkLst>
        </pc:spChg>
        <pc:spChg chg="add mod">
          <ac:chgData name="Anna Sommani" userId="dfc5161e61809c7d" providerId="LiveId" clId="{3BA904CF-6BC9-C143-B607-88BD5D704F2D}" dt="2026-04-08T13:38:26.563" v="2511" actId="1076"/>
          <ac:spMkLst>
            <pc:docMk/>
            <pc:sldMk cId="2189414836" sldId="262"/>
            <ac:spMk id="10" creationId="{9CF9367D-4723-0FFE-12C4-0B71DB30AB23}"/>
          </ac:spMkLst>
        </pc:spChg>
        <pc:spChg chg="mod">
          <ac:chgData name="Anna Sommani" userId="dfc5161e61809c7d" providerId="LiveId" clId="{3BA904CF-6BC9-C143-B607-88BD5D704F2D}" dt="2026-04-08T13:38:16.928" v="2508" actId="14100"/>
          <ac:spMkLst>
            <pc:docMk/>
            <pc:sldMk cId="2189414836" sldId="262"/>
            <ac:spMk id="12" creationId="{14C41EB1-0A2C-85A9-B487-D3CE116EA90A}"/>
          </ac:spMkLst>
        </pc:spChg>
        <pc:spChg chg="add del mod">
          <ac:chgData name="Anna Sommani" userId="dfc5161e61809c7d" providerId="LiveId" clId="{3BA904CF-6BC9-C143-B607-88BD5D704F2D}" dt="2026-04-08T21:41:16.129" v="3560"/>
          <ac:spMkLst>
            <pc:docMk/>
            <pc:sldMk cId="2189414836" sldId="262"/>
            <ac:spMk id="16" creationId="{5F621DDB-BC74-51B0-7387-FD70B0D2E3A0}"/>
          </ac:spMkLst>
        </pc:spChg>
        <pc:spChg chg="add mod">
          <ac:chgData name="Anna Sommani" userId="dfc5161e61809c7d" providerId="LiveId" clId="{3BA904CF-6BC9-C143-B607-88BD5D704F2D}" dt="2026-04-08T21:28:54.025" v="3513" actId="1076"/>
          <ac:spMkLst>
            <pc:docMk/>
            <pc:sldMk cId="2189414836" sldId="262"/>
            <ac:spMk id="17" creationId="{E841D861-6352-AE62-BC1F-1A9351028DD7}"/>
          </ac:spMkLst>
        </pc:spChg>
        <pc:spChg chg="mod">
          <ac:chgData name="Anna Sommani" userId="dfc5161e61809c7d" providerId="LiveId" clId="{3BA904CF-6BC9-C143-B607-88BD5D704F2D}" dt="2026-04-08T21:39:44.094" v="3534" actId="1076"/>
          <ac:spMkLst>
            <pc:docMk/>
            <pc:sldMk cId="2189414836" sldId="262"/>
            <ac:spMk id="18" creationId="{E11BEE7D-81C3-5113-277E-860875BF7375}"/>
          </ac:spMkLst>
        </pc:spChg>
        <pc:spChg chg="add mod">
          <ac:chgData name="Anna Sommani" userId="dfc5161e61809c7d" providerId="LiveId" clId="{3BA904CF-6BC9-C143-B607-88BD5D704F2D}" dt="2026-04-08T22:45:48.606" v="3788" actId="20577"/>
          <ac:spMkLst>
            <pc:docMk/>
            <pc:sldMk cId="2189414836" sldId="262"/>
            <ac:spMk id="20" creationId="{64DD57C7-2EE2-FAE3-27B7-73D14FB46859}"/>
          </ac:spMkLst>
        </pc:spChg>
        <pc:picChg chg="add mod">
          <ac:chgData name="Anna Sommani" userId="dfc5161e61809c7d" providerId="LiveId" clId="{3BA904CF-6BC9-C143-B607-88BD5D704F2D}" dt="2026-04-08T13:38:07.561" v="2506" actId="1076"/>
          <ac:picMkLst>
            <pc:docMk/>
            <pc:sldMk cId="2189414836" sldId="262"/>
            <ac:picMk id="6" creationId="{21631EFF-8E6E-1F7B-0D83-9F95AAAD82A1}"/>
          </ac:picMkLst>
        </pc:picChg>
        <pc:picChg chg="del mod">
          <ac:chgData name="Anna Sommani" userId="dfc5161e61809c7d" providerId="LiveId" clId="{3BA904CF-6BC9-C143-B607-88BD5D704F2D}" dt="2026-04-08T12:10:39.635" v="1000" actId="478"/>
          <ac:picMkLst>
            <pc:docMk/>
            <pc:sldMk cId="2189414836" sldId="262"/>
            <ac:picMk id="9" creationId="{C12C7D7F-0112-338F-94DF-04C40269B109}"/>
          </ac:picMkLst>
        </pc:picChg>
        <pc:cxnChg chg="add mod">
          <ac:chgData name="Anna Sommani" userId="dfc5161e61809c7d" providerId="LiveId" clId="{3BA904CF-6BC9-C143-B607-88BD5D704F2D}" dt="2026-04-08T13:38:38.791" v="2514" actId="14100"/>
          <ac:cxnSpMkLst>
            <pc:docMk/>
            <pc:sldMk cId="2189414836" sldId="262"/>
            <ac:cxnSpMk id="11" creationId="{79D26846-5A6C-3D2A-898B-5238DCBF7E24}"/>
          </ac:cxnSpMkLst>
        </pc:cxnChg>
        <pc:cxnChg chg="mod">
          <ac:chgData name="Anna Sommani" userId="dfc5161e61809c7d" providerId="LiveId" clId="{3BA904CF-6BC9-C143-B607-88BD5D704F2D}" dt="2026-04-08T13:38:20.225" v="2509" actId="14100"/>
          <ac:cxnSpMkLst>
            <pc:docMk/>
            <pc:sldMk cId="2189414836" sldId="262"/>
            <ac:cxnSpMk id="14" creationId="{29681F08-C198-4074-785C-0DC2610C3C23}"/>
          </ac:cxnSpMkLst>
        </pc:cxnChg>
      </pc:sldChg>
      <pc:sldChg chg="addSp delSp modSp add mod ord modNotesTx">
        <pc:chgData name="Anna Sommani" userId="dfc5161e61809c7d" providerId="LiveId" clId="{3BA904CF-6BC9-C143-B607-88BD5D704F2D}" dt="2026-04-08T22:31:02.945" v="3747" actId="20577"/>
        <pc:sldMkLst>
          <pc:docMk/>
          <pc:sldMk cId="2148705449" sldId="263"/>
        </pc:sldMkLst>
        <pc:spChg chg="add del mod">
          <ac:chgData name="Anna Sommani" userId="dfc5161e61809c7d" providerId="LiveId" clId="{3BA904CF-6BC9-C143-B607-88BD5D704F2D}" dt="2026-04-08T12:21:51.720" v="1713" actId="931"/>
          <ac:spMkLst>
            <pc:docMk/>
            <pc:sldMk cId="2148705449" sldId="263"/>
            <ac:spMk id="3" creationId="{1845FF12-E0D4-78B8-3D3C-A864B636AF25}"/>
          </ac:spMkLst>
        </pc:spChg>
        <pc:spChg chg="mod">
          <ac:chgData name="Anna Sommani" userId="dfc5161e61809c7d" providerId="LiveId" clId="{3BA904CF-6BC9-C143-B607-88BD5D704F2D}" dt="2026-04-08T12:21:33.691" v="1711" actId="20577"/>
          <ac:spMkLst>
            <pc:docMk/>
            <pc:sldMk cId="2148705449" sldId="263"/>
            <ac:spMk id="5" creationId="{C74B4FD8-81F4-4DFF-EF6E-5B70C7E48D9D}"/>
          </ac:spMkLst>
        </pc:spChg>
        <pc:spChg chg="add del mod">
          <ac:chgData name="Anna Sommani" userId="dfc5161e61809c7d" providerId="LiveId" clId="{3BA904CF-6BC9-C143-B607-88BD5D704F2D}" dt="2026-04-08T12:51:15.134" v="2279" actId="478"/>
          <ac:spMkLst>
            <pc:docMk/>
            <pc:sldMk cId="2148705449" sldId="263"/>
            <ac:spMk id="10" creationId="{891693E2-6CE3-77FD-FDDB-692C685175EC}"/>
          </ac:spMkLst>
        </pc:spChg>
        <pc:spChg chg="add del mod">
          <ac:chgData name="Anna Sommani" userId="dfc5161e61809c7d" providerId="LiveId" clId="{3BA904CF-6BC9-C143-B607-88BD5D704F2D}" dt="2026-04-08T21:41:53.918" v="3562" actId="478"/>
          <ac:spMkLst>
            <pc:docMk/>
            <pc:sldMk cId="2148705449" sldId="263"/>
            <ac:spMk id="11" creationId="{C88DA0D9-3D6A-7B2F-9323-D52252AE1EC3}"/>
          </ac:spMkLst>
        </pc:spChg>
        <pc:spChg chg="mod">
          <ac:chgData name="Anna Sommani" userId="dfc5161e61809c7d" providerId="LiveId" clId="{3BA904CF-6BC9-C143-B607-88BD5D704F2D}" dt="2026-04-08T22:21:57.357" v="3618" actId="14100"/>
          <ac:spMkLst>
            <pc:docMk/>
            <pc:sldMk cId="2148705449" sldId="263"/>
            <ac:spMk id="12" creationId="{0F00744F-08CD-378B-E565-2BDE3254F06B}"/>
          </ac:spMkLst>
        </pc:spChg>
        <pc:spChg chg="add del mod">
          <ac:chgData name="Anna Sommani" userId="dfc5161e61809c7d" providerId="LiveId" clId="{3BA904CF-6BC9-C143-B607-88BD5D704F2D}" dt="2026-04-08T13:35:44.441" v="2455" actId="478"/>
          <ac:spMkLst>
            <pc:docMk/>
            <pc:sldMk cId="2148705449" sldId="263"/>
            <ac:spMk id="13" creationId="{1D468257-2126-5461-2AB6-C2B1FCE4F5E0}"/>
          </ac:spMkLst>
        </pc:spChg>
        <pc:spChg chg="add del mod">
          <ac:chgData name="Anna Sommani" userId="dfc5161e61809c7d" providerId="LiveId" clId="{3BA904CF-6BC9-C143-B607-88BD5D704F2D}" dt="2026-04-08T19:51:05.309" v="2876" actId="478"/>
          <ac:spMkLst>
            <pc:docMk/>
            <pc:sldMk cId="2148705449" sldId="263"/>
            <ac:spMk id="15" creationId="{202C4AFA-7F4C-BA0A-3F68-A6343CAEF6E6}"/>
          </ac:spMkLst>
        </pc:spChg>
        <pc:spChg chg="add del mod">
          <ac:chgData name="Anna Sommani" userId="dfc5161e61809c7d" providerId="LiveId" clId="{3BA904CF-6BC9-C143-B607-88BD5D704F2D}" dt="2026-04-08T19:48:14.664" v="2842" actId="478"/>
          <ac:spMkLst>
            <pc:docMk/>
            <pc:sldMk cId="2148705449" sldId="263"/>
            <ac:spMk id="16" creationId="{F624BD10-FBE5-9D16-4648-2B020D8F0EC1}"/>
          </ac:spMkLst>
        </pc:spChg>
        <pc:spChg chg="add mod">
          <ac:chgData name="Anna Sommani" userId="dfc5161e61809c7d" providerId="LiveId" clId="{3BA904CF-6BC9-C143-B607-88BD5D704F2D}" dt="2026-04-08T22:31:02.945" v="3747" actId="20577"/>
          <ac:spMkLst>
            <pc:docMk/>
            <pc:sldMk cId="2148705449" sldId="263"/>
            <ac:spMk id="17" creationId="{35838080-3B24-30AF-B25D-6C1AA97842A0}"/>
          </ac:spMkLst>
        </pc:spChg>
        <pc:spChg chg="mod">
          <ac:chgData name="Anna Sommani" userId="dfc5161e61809c7d" providerId="LiveId" clId="{3BA904CF-6BC9-C143-B607-88BD5D704F2D}" dt="2026-04-08T22:22:55.338" v="3628" actId="20577"/>
          <ac:spMkLst>
            <pc:docMk/>
            <pc:sldMk cId="2148705449" sldId="263"/>
            <ac:spMk id="18" creationId="{EEC96547-0AAE-1396-95E7-C5A810EF3AA9}"/>
          </ac:spMkLst>
        </pc:spChg>
        <pc:spChg chg="add del mod">
          <ac:chgData name="Anna Sommani" userId="dfc5161e61809c7d" providerId="LiveId" clId="{3BA904CF-6BC9-C143-B607-88BD5D704F2D}" dt="2026-04-08T22:21:31.689" v="3613" actId="478"/>
          <ac:spMkLst>
            <pc:docMk/>
            <pc:sldMk cId="2148705449" sldId="263"/>
            <ac:spMk id="21" creationId="{94AE1E2D-19BC-9CFD-E520-B5794A59E30D}"/>
          </ac:spMkLst>
        </pc:spChg>
        <pc:picChg chg="add mod">
          <ac:chgData name="Anna Sommani" userId="dfc5161e61809c7d" providerId="LiveId" clId="{3BA904CF-6BC9-C143-B607-88BD5D704F2D}" dt="2026-04-08T22:21:51.024" v="3616" actId="1076"/>
          <ac:picMkLst>
            <pc:docMk/>
            <pc:sldMk cId="2148705449" sldId="263"/>
            <ac:picMk id="6" creationId="{8B81685D-6231-9BE1-3F7B-EAACF98B4C7E}"/>
          </ac:picMkLst>
        </pc:picChg>
        <pc:picChg chg="add del mod modCrop">
          <ac:chgData name="Anna Sommani" userId="dfc5161e61809c7d" providerId="LiveId" clId="{3BA904CF-6BC9-C143-B607-88BD5D704F2D}" dt="2026-04-08T21:41:52.139" v="3561" actId="478"/>
          <ac:picMkLst>
            <pc:docMk/>
            <pc:sldMk cId="2148705449" sldId="263"/>
            <ac:picMk id="8" creationId="{7E407093-E551-D259-FFE5-2F410F1A893E}"/>
          </ac:picMkLst>
        </pc:picChg>
        <pc:picChg chg="del">
          <ac:chgData name="Anna Sommani" userId="dfc5161e61809c7d" providerId="LiveId" clId="{3BA904CF-6BC9-C143-B607-88BD5D704F2D}" dt="2026-04-08T12:21:36.728" v="1712" actId="478"/>
          <ac:picMkLst>
            <pc:docMk/>
            <pc:sldMk cId="2148705449" sldId="263"/>
            <ac:picMk id="9" creationId="{9B94D23A-2E82-A9FB-E79D-CCE882C5B5A3}"/>
          </ac:picMkLst>
        </pc:picChg>
        <pc:cxnChg chg="mod">
          <ac:chgData name="Anna Sommani" userId="dfc5161e61809c7d" providerId="LiveId" clId="{3BA904CF-6BC9-C143-B607-88BD5D704F2D}" dt="2026-04-08T22:22:05.157" v="3619" actId="14100"/>
          <ac:cxnSpMkLst>
            <pc:docMk/>
            <pc:sldMk cId="2148705449" sldId="263"/>
            <ac:cxnSpMk id="14" creationId="{7973CCFF-7B72-913A-907A-4416C723AB43}"/>
          </ac:cxnSpMkLst>
        </pc:cxnChg>
      </pc:sldChg>
      <pc:sldChg chg="addSp delSp modSp add mod ord">
        <pc:chgData name="Anna Sommani" userId="dfc5161e61809c7d" providerId="LiveId" clId="{3BA904CF-6BC9-C143-B607-88BD5D704F2D}" dt="2026-04-08T22:49:43.949" v="3792" actId="20577"/>
        <pc:sldMkLst>
          <pc:docMk/>
          <pc:sldMk cId="789515391" sldId="264"/>
        </pc:sldMkLst>
        <pc:spChg chg="add mod">
          <ac:chgData name="Anna Sommani" userId="dfc5161e61809c7d" providerId="LiveId" clId="{3BA904CF-6BC9-C143-B607-88BD5D704F2D}" dt="2026-04-08T12:57:52.487" v="2284" actId="767"/>
          <ac:spMkLst>
            <pc:docMk/>
            <pc:sldMk cId="789515391" sldId="264"/>
            <ac:spMk id="2" creationId="{683E7482-9610-1A67-60FB-115278D05DAF}"/>
          </ac:spMkLst>
        </pc:spChg>
        <pc:spChg chg="add del mod">
          <ac:chgData name="Anna Sommani" userId="dfc5161e61809c7d" providerId="LiveId" clId="{3BA904CF-6BC9-C143-B607-88BD5D704F2D}" dt="2026-04-08T12:59:09.309" v="2316" actId="931"/>
          <ac:spMkLst>
            <pc:docMk/>
            <pc:sldMk cId="789515391" sldId="264"/>
            <ac:spMk id="4" creationId="{9A7C619C-5C66-5F13-1C40-1AD217E27901}"/>
          </ac:spMkLst>
        </pc:spChg>
        <pc:spChg chg="mod">
          <ac:chgData name="Anna Sommani" userId="dfc5161e61809c7d" providerId="LiveId" clId="{3BA904CF-6BC9-C143-B607-88BD5D704F2D}" dt="2026-04-08T13:02:40.505" v="2366" actId="20577"/>
          <ac:spMkLst>
            <pc:docMk/>
            <pc:sldMk cId="789515391" sldId="264"/>
            <ac:spMk id="5" creationId="{5CFBCEA6-8A21-82CC-B7B2-06FAFD71BEFC}"/>
          </ac:spMkLst>
        </pc:spChg>
        <pc:spChg chg="del">
          <ac:chgData name="Anna Sommani" userId="dfc5161e61809c7d" providerId="LiveId" clId="{3BA904CF-6BC9-C143-B607-88BD5D704F2D}" dt="2026-04-08T13:28:43.836" v="2370" actId="478"/>
          <ac:spMkLst>
            <pc:docMk/>
            <pc:sldMk cId="789515391" sldId="264"/>
            <ac:spMk id="11" creationId="{C9DD8E2E-4061-77DD-90F3-2877BED25881}"/>
          </ac:spMkLst>
        </pc:spChg>
        <pc:spChg chg="mod">
          <ac:chgData name="Anna Sommani" userId="dfc5161e61809c7d" providerId="LiveId" clId="{3BA904CF-6BC9-C143-B607-88BD5D704F2D}" dt="2026-04-08T13:01:38.437" v="2357" actId="14100"/>
          <ac:spMkLst>
            <pc:docMk/>
            <pc:sldMk cId="789515391" sldId="264"/>
            <ac:spMk id="12" creationId="{A6CB4A9D-C657-4AC0-5AA9-EB5475A5E947}"/>
          </ac:spMkLst>
        </pc:spChg>
        <pc:spChg chg="add del mod">
          <ac:chgData name="Anna Sommani" userId="dfc5161e61809c7d" providerId="LiveId" clId="{3BA904CF-6BC9-C143-B607-88BD5D704F2D}" dt="2026-04-08T12:59:36.719" v="2323" actId="478"/>
          <ac:spMkLst>
            <pc:docMk/>
            <pc:sldMk cId="789515391" sldId="264"/>
            <ac:spMk id="13" creationId="{95C71E4A-9CA9-50AD-E236-9D54FDE6A2FD}"/>
          </ac:spMkLst>
        </pc:spChg>
        <pc:spChg chg="del mod">
          <ac:chgData name="Anna Sommani" userId="dfc5161e61809c7d" providerId="LiveId" clId="{3BA904CF-6BC9-C143-B607-88BD5D704F2D}" dt="2026-04-08T13:00:41.588" v="2333" actId="478"/>
          <ac:spMkLst>
            <pc:docMk/>
            <pc:sldMk cId="789515391" sldId="264"/>
            <ac:spMk id="18" creationId="{719A5396-FD87-6A5B-C0FC-8E0E2C4176CE}"/>
          </ac:spMkLst>
        </pc:spChg>
        <pc:spChg chg="add mod">
          <ac:chgData name="Anna Sommani" userId="dfc5161e61809c7d" providerId="LiveId" clId="{3BA904CF-6BC9-C143-B607-88BD5D704F2D}" dt="2026-04-08T13:28:54.531" v="2386" actId="20577"/>
          <ac:spMkLst>
            <pc:docMk/>
            <pc:sldMk cId="789515391" sldId="264"/>
            <ac:spMk id="19" creationId="{73587B3B-0880-FEC3-5A80-45D5D187FC2C}"/>
          </ac:spMkLst>
        </pc:spChg>
        <pc:spChg chg="add mod">
          <ac:chgData name="Anna Sommani" userId="dfc5161e61809c7d" providerId="LiveId" clId="{3BA904CF-6BC9-C143-B607-88BD5D704F2D}" dt="2026-04-08T20:12:59.205" v="3037" actId="790"/>
          <ac:spMkLst>
            <pc:docMk/>
            <pc:sldMk cId="789515391" sldId="264"/>
            <ac:spMk id="23" creationId="{A7101C3C-9904-E285-95A6-4E664D4331FA}"/>
          </ac:spMkLst>
        </pc:spChg>
        <pc:spChg chg="add mod">
          <ac:chgData name="Anna Sommani" userId="dfc5161e61809c7d" providerId="LiveId" clId="{3BA904CF-6BC9-C143-B607-88BD5D704F2D}" dt="2026-04-08T20:31:08.684" v="3291" actId="790"/>
          <ac:spMkLst>
            <pc:docMk/>
            <pc:sldMk cId="789515391" sldId="264"/>
            <ac:spMk id="24" creationId="{E3B472E4-6D38-4536-A5D7-BD660D4E4CEF}"/>
          </ac:spMkLst>
        </pc:spChg>
        <pc:spChg chg="add mod">
          <ac:chgData name="Anna Sommani" userId="dfc5161e61809c7d" providerId="LiveId" clId="{3BA904CF-6BC9-C143-B607-88BD5D704F2D}" dt="2026-04-08T22:49:43.949" v="3792" actId="20577"/>
          <ac:spMkLst>
            <pc:docMk/>
            <pc:sldMk cId="789515391" sldId="264"/>
            <ac:spMk id="25" creationId="{4AA7640E-3A45-94F1-1EE8-E041C9407418}"/>
          </ac:spMkLst>
        </pc:spChg>
        <pc:picChg chg="del mod">
          <ac:chgData name="Anna Sommani" userId="dfc5161e61809c7d" providerId="LiveId" clId="{3BA904CF-6BC9-C143-B607-88BD5D704F2D}" dt="2026-04-08T12:59:01.649" v="2315" actId="478"/>
          <ac:picMkLst>
            <pc:docMk/>
            <pc:sldMk cId="789515391" sldId="264"/>
            <ac:picMk id="6" creationId="{4AF14BF2-EDA3-4895-E86A-9A64A91E378F}"/>
          </ac:picMkLst>
        </pc:picChg>
        <pc:picChg chg="del">
          <ac:chgData name="Anna Sommani" userId="dfc5161e61809c7d" providerId="LiveId" clId="{3BA904CF-6BC9-C143-B607-88BD5D704F2D}" dt="2026-04-08T13:02:03.901" v="2359" actId="478"/>
          <ac:picMkLst>
            <pc:docMk/>
            <pc:sldMk cId="789515391" sldId="264"/>
            <ac:picMk id="8" creationId="{CC40D198-FAA9-C168-6469-32DA74217E06}"/>
          </ac:picMkLst>
        </pc:picChg>
        <pc:picChg chg="add del mod">
          <ac:chgData name="Anna Sommani" userId="dfc5161e61809c7d" providerId="LiveId" clId="{3BA904CF-6BC9-C143-B607-88BD5D704F2D}" dt="2026-04-08T13:01:25.899" v="2355" actId="1076"/>
          <ac:picMkLst>
            <pc:docMk/>
            <pc:sldMk cId="789515391" sldId="264"/>
            <ac:picMk id="9" creationId="{609C0DA7-2AFC-2805-ABA1-C5E206B2B266}"/>
          </ac:picMkLst>
        </pc:picChg>
        <pc:cxnChg chg="mod">
          <ac:chgData name="Anna Sommani" userId="dfc5161e61809c7d" providerId="LiveId" clId="{3BA904CF-6BC9-C143-B607-88BD5D704F2D}" dt="2026-04-08T13:01:45.803" v="2358" actId="14100"/>
          <ac:cxnSpMkLst>
            <pc:docMk/>
            <pc:sldMk cId="789515391" sldId="264"/>
            <ac:cxnSpMk id="14" creationId="{A8DB8931-B0F0-97B1-B7E4-0E74FA95943C}"/>
          </ac:cxnSpMkLst>
        </pc:cxnChg>
      </pc:sldChg>
      <pc:sldChg chg="modSp new mod">
        <pc:chgData name="Anna Sommani" userId="dfc5161e61809c7d" providerId="LiveId" clId="{3BA904CF-6BC9-C143-B607-88BD5D704F2D}" dt="2026-04-08T13:46:23.576" v="2767" actId="255"/>
        <pc:sldMkLst>
          <pc:docMk/>
          <pc:sldMk cId="3924958371" sldId="265"/>
        </pc:sldMkLst>
        <pc:spChg chg="mod">
          <ac:chgData name="Anna Sommani" userId="dfc5161e61809c7d" providerId="LiveId" clId="{3BA904CF-6BC9-C143-B607-88BD5D704F2D}" dt="2026-04-08T13:45:06.877" v="2567" actId="20577"/>
          <ac:spMkLst>
            <pc:docMk/>
            <pc:sldMk cId="3924958371" sldId="265"/>
            <ac:spMk id="2" creationId="{ABB32564-C5F5-BFBA-9FB7-3F1B540E4FE6}"/>
          </ac:spMkLst>
        </pc:spChg>
        <pc:spChg chg="mod">
          <ac:chgData name="Anna Sommani" userId="dfc5161e61809c7d" providerId="LiveId" clId="{3BA904CF-6BC9-C143-B607-88BD5D704F2D}" dt="2026-04-08T13:46:23.576" v="2767" actId="255"/>
          <ac:spMkLst>
            <pc:docMk/>
            <pc:sldMk cId="3924958371" sldId="265"/>
            <ac:spMk id="3" creationId="{00BB9CD2-C99E-9F3A-6473-432077A52D18}"/>
          </ac:spMkLst>
        </pc:spChg>
      </pc:sldChg>
      <pc:sldChg chg="delSp modSp new mod">
        <pc:chgData name="Anna Sommani" userId="dfc5161e61809c7d" providerId="LiveId" clId="{3BA904CF-6BC9-C143-B607-88BD5D704F2D}" dt="2026-04-10T08:51:25.039" v="3962" actId="478"/>
        <pc:sldMkLst>
          <pc:docMk/>
          <pc:sldMk cId="3615651213" sldId="266"/>
        </pc:sldMkLst>
        <pc:spChg chg="del">
          <ac:chgData name="Anna Sommani" userId="dfc5161e61809c7d" providerId="LiveId" clId="{3BA904CF-6BC9-C143-B607-88BD5D704F2D}" dt="2026-04-10T08:51:25.039" v="3962" actId="478"/>
          <ac:spMkLst>
            <pc:docMk/>
            <pc:sldMk cId="3615651213" sldId="266"/>
            <ac:spMk id="2" creationId="{0664A6FE-CB32-15B3-8DC3-C410C18B81A9}"/>
          </ac:spMkLst>
        </pc:spChg>
        <pc:spChg chg="mod">
          <ac:chgData name="Anna Sommani" userId="dfc5161e61809c7d" providerId="LiveId" clId="{3BA904CF-6BC9-C143-B607-88BD5D704F2D}" dt="2026-04-10T08:51:22.341" v="3961" actId="27636"/>
          <ac:spMkLst>
            <pc:docMk/>
            <pc:sldMk cId="3615651213" sldId="266"/>
            <ac:spMk id="3" creationId="{36801E36-732C-2D12-67C7-DAAF719B6921}"/>
          </ac:spMkLst>
        </pc:spChg>
      </pc:sldChg>
      <pc:sldChg chg="addSp delSp modSp new mod modNotesTx">
        <pc:chgData name="Anna Sommani" userId="dfc5161e61809c7d" providerId="LiveId" clId="{3BA904CF-6BC9-C143-B607-88BD5D704F2D}" dt="2026-04-08T20:54:09.190" v="3395"/>
        <pc:sldMkLst>
          <pc:docMk/>
          <pc:sldMk cId="3145914003" sldId="267"/>
        </pc:sldMkLst>
        <pc:spChg chg="del">
          <ac:chgData name="Anna Sommani" userId="dfc5161e61809c7d" providerId="LiveId" clId="{3BA904CF-6BC9-C143-B607-88BD5D704F2D}" dt="2026-04-08T20:43:12.784" v="3322"/>
          <ac:spMkLst>
            <pc:docMk/>
            <pc:sldMk cId="3145914003" sldId="267"/>
            <ac:spMk id="2" creationId="{387065C6-FA6C-0805-1D0B-93B07E5A2B53}"/>
          </ac:spMkLst>
        </pc:spChg>
        <pc:spChg chg="add del">
          <ac:chgData name="Anna Sommani" userId="dfc5161e61809c7d" providerId="LiveId" clId="{3BA904CF-6BC9-C143-B607-88BD5D704F2D}" dt="2026-04-08T20:47:46.499" v="3341"/>
          <ac:spMkLst>
            <pc:docMk/>
            <pc:sldMk cId="3145914003" sldId="267"/>
            <ac:spMk id="3" creationId="{13A36EB5-A167-9443-D63C-F2663EEB5E18}"/>
          </ac:spMkLst>
        </pc:spChg>
        <pc:spChg chg="add mod">
          <ac:chgData name="Anna Sommani" userId="dfc5161e61809c7d" providerId="LiveId" clId="{3BA904CF-6BC9-C143-B607-88BD5D704F2D}" dt="2026-04-08T20:43:16.229" v="3324" actId="20577"/>
          <ac:spMkLst>
            <pc:docMk/>
            <pc:sldMk cId="3145914003" sldId="267"/>
            <ac:spMk id="4" creationId="{A5ED1F17-B3AD-19DD-6381-524ADAF664CE}"/>
          </ac:spMkLst>
        </pc:spChg>
        <pc:spChg chg="add del mod">
          <ac:chgData name="Anna Sommani" userId="dfc5161e61809c7d" providerId="LiveId" clId="{3BA904CF-6BC9-C143-B607-88BD5D704F2D}" dt="2026-04-08T20:48:26.282" v="3352" actId="478"/>
          <ac:spMkLst>
            <pc:docMk/>
            <pc:sldMk cId="3145914003" sldId="267"/>
            <ac:spMk id="5" creationId="{27471A22-D35C-F21E-8392-510AC9717095}"/>
          </ac:spMkLst>
        </pc:spChg>
        <pc:spChg chg="add mod">
          <ac:chgData name="Anna Sommani" userId="dfc5161e61809c7d" providerId="LiveId" clId="{3BA904CF-6BC9-C143-B607-88BD5D704F2D}" dt="2026-04-08T20:54:09.190" v="3395"/>
          <ac:spMkLst>
            <pc:docMk/>
            <pc:sldMk cId="3145914003" sldId="267"/>
            <ac:spMk id="7" creationId="{A8586190-5B87-7E12-0B1D-857A0F1B350E}"/>
          </ac:spMkLst>
        </pc:spChg>
        <pc:spChg chg="add del mod">
          <ac:chgData name="Anna Sommani" userId="dfc5161e61809c7d" providerId="LiveId" clId="{3BA904CF-6BC9-C143-B607-88BD5D704F2D}" dt="2026-04-08T20:48:29.652" v="3354" actId="478"/>
          <ac:spMkLst>
            <pc:docMk/>
            <pc:sldMk cId="3145914003" sldId="267"/>
            <ac:spMk id="9" creationId="{32022861-B207-633D-5074-0CCF01CCB06A}"/>
          </ac:spMkLst>
        </pc:spChg>
      </pc:sldChg>
      <pc:sldChg chg="modSp new mod">
        <pc:chgData name="Anna Sommani" userId="dfc5161e61809c7d" providerId="LiveId" clId="{3BA904CF-6BC9-C143-B607-88BD5D704F2D}" dt="2026-04-10T06:55:25.748" v="3798"/>
        <pc:sldMkLst>
          <pc:docMk/>
          <pc:sldMk cId="3121836545" sldId="268"/>
        </pc:sldMkLst>
        <pc:spChg chg="mod">
          <ac:chgData name="Anna Sommani" userId="dfc5161e61809c7d" providerId="LiveId" clId="{3BA904CF-6BC9-C143-B607-88BD5D704F2D}" dt="2026-04-10T06:55:25.748" v="3798"/>
          <ac:spMkLst>
            <pc:docMk/>
            <pc:sldMk cId="3121836545" sldId="268"/>
            <ac:spMk id="3" creationId="{C8010576-0B9B-BE2C-A22D-6C6279CD914A}"/>
          </ac:spMkLst>
        </pc:spChg>
      </pc:sldChg>
      <pc:sldMasterChg chg="modSldLayout">
        <pc:chgData name="Anna Sommani" userId="dfc5161e61809c7d" providerId="LiveId" clId="{3BA904CF-6BC9-C143-B607-88BD5D704F2D}" dt="2026-04-07T11:13:59.424" v="67" actId="16037"/>
        <pc:sldMasterMkLst>
          <pc:docMk/>
          <pc:sldMasterMk cId="4250202047" sldId="2147483672"/>
        </pc:sldMasterMkLst>
        <pc:sldLayoutChg chg="modSp">
          <pc:chgData name="Anna Sommani" userId="dfc5161e61809c7d" providerId="LiveId" clId="{3BA904CF-6BC9-C143-B607-88BD5D704F2D}" dt="2026-04-07T11:13:59.424" v="67" actId="16037"/>
          <pc:sldLayoutMkLst>
            <pc:docMk/>
            <pc:sldMasterMk cId="4250202047" sldId="2147483672"/>
            <pc:sldLayoutMk cId="1898815172" sldId="2147483673"/>
          </pc:sldLayoutMkLst>
          <pc:spChg chg="mod">
            <ac:chgData name="Anna Sommani" userId="dfc5161e61809c7d" providerId="LiveId" clId="{3BA904CF-6BC9-C143-B607-88BD5D704F2D}" dt="2026-04-07T11:13:59.424" v="67" actId="16037"/>
            <ac:spMkLst>
              <pc:docMk/>
              <pc:sldMasterMk cId="4250202047" sldId="2147483672"/>
              <pc:sldLayoutMk cId="1898815172" sldId="2147483673"/>
              <ac:spMk id="3" creationId="{A382DB27-CD84-8A7D-038A-5B122374BECB}"/>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FD5BADF-E446-AD4A-9AF2-02CC56F79E6A}" type="datetimeFigureOut">
              <a:rPr lang="de-DE" smtClean="0"/>
              <a:t>09.04.26</a:t>
            </a:fld>
            <a:endParaRPr lang="de-D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EB81764-BE06-7641-940B-B245D941F4EC}" type="slidenum">
              <a:rPr lang="de-DE" smtClean="0"/>
              <a:t>‹#›</a:t>
            </a:fld>
            <a:endParaRPr lang="de-DE"/>
          </a:p>
        </p:txBody>
      </p:sp>
    </p:spTree>
    <p:extLst>
      <p:ext uri="{BB962C8B-B14F-4D97-AF65-F5344CB8AC3E}">
        <p14:creationId xmlns:p14="http://schemas.microsoft.com/office/powerpoint/2010/main" val="37805612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e-DE" dirty="0"/>
          </a:p>
        </p:txBody>
      </p:sp>
      <p:sp>
        <p:nvSpPr>
          <p:cNvPr id="4" name="Slide Number Placeholder 3"/>
          <p:cNvSpPr>
            <a:spLocks noGrp="1"/>
          </p:cNvSpPr>
          <p:nvPr>
            <p:ph type="sldNum" sz="quarter" idx="5"/>
          </p:nvPr>
        </p:nvSpPr>
        <p:spPr/>
        <p:txBody>
          <a:bodyPr/>
          <a:lstStyle/>
          <a:p>
            <a:fld id="{FEB81764-BE06-7641-940B-B245D941F4EC}" type="slidenum">
              <a:rPr lang="de-DE" smtClean="0"/>
              <a:t>2</a:t>
            </a:fld>
            <a:endParaRPr lang="de-DE"/>
          </a:p>
        </p:txBody>
      </p:sp>
    </p:spTree>
    <p:extLst>
      <p:ext uri="{BB962C8B-B14F-4D97-AF65-F5344CB8AC3E}">
        <p14:creationId xmlns:p14="http://schemas.microsoft.com/office/powerpoint/2010/main" val="3873886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e-DE" dirty="0"/>
          </a:p>
        </p:txBody>
      </p:sp>
      <p:sp>
        <p:nvSpPr>
          <p:cNvPr id="4" name="Slide Number Placeholder 3"/>
          <p:cNvSpPr>
            <a:spLocks noGrp="1"/>
          </p:cNvSpPr>
          <p:nvPr>
            <p:ph type="sldNum" sz="quarter" idx="5"/>
          </p:nvPr>
        </p:nvSpPr>
        <p:spPr/>
        <p:txBody>
          <a:bodyPr/>
          <a:lstStyle/>
          <a:p>
            <a:fld id="{FEB81764-BE06-7641-940B-B245D941F4EC}" type="slidenum">
              <a:rPr lang="de-DE" smtClean="0"/>
              <a:t>4</a:t>
            </a:fld>
            <a:endParaRPr lang="de-DE"/>
          </a:p>
        </p:txBody>
      </p:sp>
    </p:spTree>
    <p:extLst>
      <p:ext uri="{BB962C8B-B14F-4D97-AF65-F5344CB8AC3E}">
        <p14:creationId xmlns:p14="http://schemas.microsoft.com/office/powerpoint/2010/main" val="8509739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err="1"/>
              <a:t>Artikeldaten</a:t>
            </a:r>
            <a:r>
              <a:rPr lang="en-US" b="1" dirty="0"/>
              <a:t> </a:t>
            </a:r>
            <a:r>
              <a:rPr lang="en-US" b="1" dirty="0" err="1"/>
              <a:t>Grunddaten</a:t>
            </a:r>
            <a:endParaRPr lang="en-US" b="1" dirty="0"/>
          </a:p>
          <a:p>
            <a:r>
              <a:rPr lang="en-US" b="1" dirty="0"/>
              <a:t>What the table represents:</a:t>
            </a:r>
            <a:r>
              <a:rPr lang="en-US" dirty="0"/>
              <a:t> One row = one article. This is the central master record — physical and commercial attributes of every product (weight, dimensions, packaging, producer, GTIN).</a:t>
            </a:r>
          </a:p>
          <a:p>
            <a:r>
              <a:rPr lang="en-US" b="1" dirty="0"/>
              <a:t>PK decision: </a:t>
            </a:r>
            <a:r>
              <a:rPr lang="en-US" b="1" dirty="0" err="1"/>
              <a:t>Artikelnummer</a:t>
            </a:r>
            <a:endParaRPr lang="en-US" dirty="0"/>
          </a:p>
          <a:p>
            <a:r>
              <a:rPr lang="en-US" dirty="0"/>
              <a:t>The data directly confirms it:</a:t>
            </a:r>
          </a:p>
          <a:p>
            <a:r>
              <a:rPr lang="en-US" dirty="0" err="1"/>
              <a:t>Artikelnummer</a:t>
            </a:r>
            <a:r>
              <a:rPr lang="en-US" dirty="0"/>
              <a:t>: 147 unique values / 147 rows → zero duplicates, zero nulls Statistically it is the only single-column candidate. All other single columns have either fewer unique values (</a:t>
            </a:r>
            <a:r>
              <a:rPr lang="en-US" dirty="0" err="1"/>
              <a:t>Hersteller</a:t>
            </a:r>
            <a:r>
              <a:rPr lang="en-US" dirty="0"/>
              <a:t> has 20, </a:t>
            </a:r>
            <a:r>
              <a:rPr lang="en-US" dirty="0" err="1"/>
              <a:t>Warengruppe</a:t>
            </a:r>
            <a:r>
              <a:rPr lang="en-US" dirty="0"/>
              <a:t> has 12) or data quality issues (GTIN has nulls and wrong-length values, </a:t>
            </a:r>
            <a:r>
              <a:rPr lang="en-US" dirty="0" err="1"/>
              <a:t>Artikelname</a:t>
            </a:r>
            <a:r>
              <a:rPr lang="en-US" dirty="0"/>
              <a:t> has 144 unique but 147 rows — meaning 3 duplicated names).</a:t>
            </a:r>
          </a:p>
          <a:p>
            <a:r>
              <a:rPr lang="en-US" dirty="0" err="1"/>
              <a:t>Artikelnummer</a:t>
            </a:r>
            <a:r>
              <a:rPr lang="en-US" dirty="0"/>
              <a:t> is also semantically correct — it is a structured identifier (A0002, A0004...) clearly designed as a system key.</a:t>
            </a:r>
          </a:p>
          <a:p>
            <a:endParaRPr lang="de-DE" dirty="0"/>
          </a:p>
        </p:txBody>
      </p:sp>
      <p:sp>
        <p:nvSpPr>
          <p:cNvPr id="4" name="Slide Number Placeholder 3"/>
          <p:cNvSpPr>
            <a:spLocks noGrp="1"/>
          </p:cNvSpPr>
          <p:nvPr>
            <p:ph type="sldNum" sz="quarter" idx="5"/>
          </p:nvPr>
        </p:nvSpPr>
        <p:spPr/>
        <p:txBody>
          <a:bodyPr/>
          <a:lstStyle/>
          <a:p>
            <a:fld id="{FEB81764-BE06-7641-940B-B245D941F4EC}" type="slidenum">
              <a:rPr lang="de-DE" smtClean="0"/>
              <a:t>5</a:t>
            </a:fld>
            <a:endParaRPr lang="de-DE"/>
          </a:p>
        </p:txBody>
      </p:sp>
    </p:spTree>
    <p:extLst>
      <p:ext uri="{BB962C8B-B14F-4D97-AF65-F5344CB8AC3E}">
        <p14:creationId xmlns:p14="http://schemas.microsoft.com/office/powerpoint/2010/main" val="12863109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e-DE" dirty="0"/>
          </a:p>
        </p:txBody>
      </p:sp>
      <p:sp>
        <p:nvSpPr>
          <p:cNvPr id="4" name="Slide Number Placeholder 3"/>
          <p:cNvSpPr>
            <a:spLocks noGrp="1"/>
          </p:cNvSpPr>
          <p:nvPr>
            <p:ph type="sldNum" sz="quarter" idx="5"/>
          </p:nvPr>
        </p:nvSpPr>
        <p:spPr/>
        <p:txBody>
          <a:bodyPr/>
          <a:lstStyle/>
          <a:p>
            <a:fld id="{FEB81764-BE06-7641-940B-B245D941F4EC}" type="slidenum">
              <a:rPr lang="de-DE" smtClean="0"/>
              <a:t>7</a:t>
            </a:fld>
            <a:endParaRPr lang="de-DE"/>
          </a:p>
        </p:txBody>
      </p:sp>
    </p:spTree>
    <p:extLst>
      <p:ext uri="{BB962C8B-B14F-4D97-AF65-F5344CB8AC3E}">
        <p14:creationId xmlns:p14="http://schemas.microsoft.com/office/powerpoint/2010/main" val="22694837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e-DE" dirty="0"/>
          </a:p>
        </p:txBody>
      </p:sp>
      <p:sp>
        <p:nvSpPr>
          <p:cNvPr id="4" name="Slide Number Placeholder 3"/>
          <p:cNvSpPr>
            <a:spLocks noGrp="1"/>
          </p:cNvSpPr>
          <p:nvPr>
            <p:ph type="sldNum" sz="quarter" idx="5"/>
          </p:nvPr>
        </p:nvSpPr>
        <p:spPr/>
        <p:txBody>
          <a:bodyPr/>
          <a:lstStyle/>
          <a:p>
            <a:fld id="{FEB81764-BE06-7641-940B-B245D941F4EC}" type="slidenum">
              <a:rPr lang="de-DE" smtClean="0"/>
              <a:t>8</a:t>
            </a:fld>
            <a:endParaRPr lang="de-DE"/>
          </a:p>
        </p:txBody>
      </p:sp>
    </p:spTree>
    <p:extLst>
      <p:ext uri="{BB962C8B-B14F-4D97-AF65-F5344CB8AC3E}">
        <p14:creationId xmlns:p14="http://schemas.microsoft.com/office/powerpoint/2010/main" val="37304700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resolution strategy is:</a:t>
            </a:r>
          </a:p>
          <a:p>
            <a:pPr>
              <a:buFont typeface="Arial" panose="020B0604020202020204" pitchFamily="34" charset="0"/>
              <a:buChar char="•"/>
            </a:pPr>
            <a:r>
              <a:rPr lang="en-US" b="1" dirty="0"/>
              <a:t>For Status conflicts</a:t>
            </a:r>
            <a:r>
              <a:rPr lang="en-US" dirty="0"/>
              <a:t> (A0068): one record says </a:t>
            </a:r>
            <a:r>
              <a:rPr lang="en-US" dirty="0" err="1"/>
              <a:t>Freigegeben</a:t>
            </a:r>
            <a:r>
              <a:rPr lang="en-US" dirty="0"/>
              <a:t>, the other </a:t>
            </a:r>
            <a:r>
              <a:rPr lang="en-US" dirty="0" err="1"/>
              <a:t>Ausgelistet</a:t>
            </a:r>
            <a:r>
              <a:rPr lang="en-US" dirty="0"/>
              <a:t> — the correct value must be confirmed with the </a:t>
            </a:r>
            <a:r>
              <a:rPr lang="en-US" dirty="0" err="1"/>
              <a:t>Fachbereich</a:t>
            </a:r>
            <a:r>
              <a:rPr lang="en-US" dirty="0"/>
              <a:t>. No safe automatic resolution exists.</a:t>
            </a:r>
          </a:p>
          <a:p>
            <a:pPr>
              <a:buFont typeface="Arial" panose="020B0604020202020204" pitchFamily="34" charset="0"/>
              <a:buChar char="•"/>
            </a:pPr>
            <a:r>
              <a:rPr lang="en-US" b="1" dirty="0"/>
              <a:t>For </a:t>
            </a:r>
            <a:r>
              <a:rPr lang="en-US" b="1" dirty="0" err="1"/>
              <a:t>Lieferant_ID</a:t>
            </a:r>
            <a:r>
              <a:rPr lang="en-US" b="1" dirty="0"/>
              <a:t> conflicts</a:t>
            </a:r>
            <a:r>
              <a:rPr lang="en-US" dirty="0"/>
              <a:t> (A0093, A0391): one article-plant combination is assigned two different suppliers — this suggests either a data entry error or a legitimate change of supplier that was entered as a new row instead of updating the existing one. Again needs human confirmation.</a:t>
            </a:r>
          </a:p>
          <a:p>
            <a:endParaRPr lang="de-DE" dirty="0"/>
          </a:p>
        </p:txBody>
      </p:sp>
      <p:sp>
        <p:nvSpPr>
          <p:cNvPr id="4" name="Slide Number Placeholder 3"/>
          <p:cNvSpPr>
            <a:spLocks noGrp="1"/>
          </p:cNvSpPr>
          <p:nvPr>
            <p:ph type="sldNum" sz="quarter" idx="5"/>
          </p:nvPr>
        </p:nvSpPr>
        <p:spPr/>
        <p:txBody>
          <a:bodyPr/>
          <a:lstStyle/>
          <a:p>
            <a:fld id="{FEB81764-BE06-7641-940B-B245D941F4EC}" type="slidenum">
              <a:rPr lang="de-DE" smtClean="0"/>
              <a:t>9</a:t>
            </a:fld>
            <a:endParaRPr lang="de-DE"/>
          </a:p>
        </p:txBody>
      </p:sp>
    </p:spTree>
    <p:extLst>
      <p:ext uri="{BB962C8B-B14F-4D97-AF65-F5344CB8AC3E}">
        <p14:creationId xmlns:p14="http://schemas.microsoft.com/office/powerpoint/2010/main" val="24099459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e-DE" dirty="0"/>
          </a:p>
        </p:txBody>
      </p:sp>
      <p:sp>
        <p:nvSpPr>
          <p:cNvPr id="4" name="Slide Number Placeholder 3"/>
          <p:cNvSpPr>
            <a:spLocks noGrp="1"/>
          </p:cNvSpPr>
          <p:nvPr>
            <p:ph type="sldNum" sz="quarter" idx="5"/>
          </p:nvPr>
        </p:nvSpPr>
        <p:spPr/>
        <p:txBody>
          <a:bodyPr/>
          <a:lstStyle/>
          <a:p>
            <a:fld id="{FEB81764-BE06-7641-940B-B245D941F4EC}" type="slidenum">
              <a:rPr lang="de-DE" smtClean="0"/>
              <a:t>10</a:t>
            </a:fld>
            <a:endParaRPr lang="de-DE"/>
          </a:p>
        </p:txBody>
      </p:sp>
    </p:spTree>
    <p:extLst>
      <p:ext uri="{BB962C8B-B14F-4D97-AF65-F5344CB8AC3E}">
        <p14:creationId xmlns:p14="http://schemas.microsoft.com/office/powerpoint/2010/main" val="21446741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e-DE" dirty="0"/>
          </a:p>
        </p:txBody>
      </p:sp>
      <p:sp>
        <p:nvSpPr>
          <p:cNvPr id="4" name="Slide Number Placeholder 3"/>
          <p:cNvSpPr>
            <a:spLocks noGrp="1"/>
          </p:cNvSpPr>
          <p:nvPr>
            <p:ph type="sldNum" sz="quarter" idx="5"/>
          </p:nvPr>
        </p:nvSpPr>
        <p:spPr/>
        <p:txBody>
          <a:bodyPr/>
          <a:lstStyle/>
          <a:p>
            <a:fld id="{FEB81764-BE06-7641-940B-B245D941F4EC}" type="slidenum">
              <a:rPr lang="de-DE" smtClean="0"/>
              <a:t>11</a:t>
            </a:fld>
            <a:endParaRPr lang="de-DE"/>
          </a:p>
        </p:txBody>
      </p:sp>
    </p:spTree>
    <p:extLst>
      <p:ext uri="{BB962C8B-B14F-4D97-AF65-F5344CB8AC3E}">
        <p14:creationId xmlns:p14="http://schemas.microsoft.com/office/powerpoint/2010/main" val="32457383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EC2594-CE38-E434-1DB7-263A22D3C89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382DB27-CD84-8A7D-038A-5B122374BEC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666E7B5-CD29-11B0-4AFA-18D5EA2FEBA7}"/>
              </a:ext>
            </a:extLst>
          </p:cNvPr>
          <p:cNvSpPr>
            <a:spLocks noGrp="1"/>
          </p:cNvSpPr>
          <p:nvPr>
            <p:ph type="dt" sz="half" idx="10"/>
          </p:nvPr>
        </p:nvSpPr>
        <p:spPr/>
        <p:txBody>
          <a:bodyPr/>
          <a:lstStyle/>
          <a:p>
            <a:fld id="{6038C434-50CF-AB47-889F-0C4A6E2EAAB8}" type="datetimeFigureOut">
              <a:rPr lang="en-US" smtClean="0"/>
              <a:t>4/9/26</a:t>
            </a:fld>
            <a:endParaRPr lang="en-US"/>
          </a:p>
        </p:txBody>
      </p:sp>
      <p:sp>
        <p:nvSpPr>
          <p:cNvPr id="5" name="Footer Placeholder 4">
            <a:extLst>
              <a:ext uri="{FF2B5EF4-FFF2-40B4-BE49-F238E27FC236}">
                <a16:creationId xmlns:a16="http://schemas.microsoft.com/office/drawing/2014/main" id="{CCE84B42-2E60-3392-75D7-AA4881AA153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A63255D-D623-B621-0A8D-60C635C6583C}"/>
              </a:ext>
            </a:extLst>
          </p:cNvPr>
          <p:cNvSpPr>
            <a:spLocks noGrp="1"/>
          </p:cNvSpPr>
          <p:nvPr>
            <p:ph type="sldNum" sz="quarter" idx="12"/>
          </p:nvPr>
        </p:nvSpPr>
        <p:spPr/>
        <p:txBody>
          <a:bodyPr/>
          <a:lstStyle/>
          <a:p>
            <a:fld id="{DBA36ECC-7CF1-4C4B-AE04-AF452B0381CA}" type="slidenum">
              <a:rPr lang="en-US" smtClean="0"/>
              <a:t>‹#›</a:t>
            </a:fld>
            <a:endParaRPr lang="en-US"/>
          </a:p>
        </p:txBody>
      </p:sp>
    </p:spTree>
    <p:extLst>
      <p:ext uri="{BB962C8B-B14F-4D97-AF65-F5344CB8AC3E}">
        <p14:creationId xmlns:p14="http://schemas.microsoft.com/office/powerpoint/2010/main" val="18988151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D826D8-A7EC-4496-FC64-7A988B1B98E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6A287E4-69CA-F34F-FC9A-F1269B790AA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F7F8FD1-9DA7-7976-0C99-2FD3A6BC9C4B}"/>
              </a:ext>
            </a:extLst>
          </p:cNvPr>
          <p:cNvSpPr>
            <a:spLocks noGrp="1"/>
          </p:cNvSpPr>
          <p:nvPr>
            <p:ph type="dt" sz="half" idx="10"/>
          </p:nvPr>
        </p:nvSpPr>
        <p:spPr/>
        <p:txBody>
          <a:bodyPr/>
          <a:lstStyle/>
          <a:p>
            <a:fld id="{6038C434-50CF-AB47-889F-0C4A6E2EAAB8}" type="datetimeFigureOut">
              <a:rPr lang="en-US" smtClean="0"/>
              <a:t>4/9/26</a:t>
            </a:fld>
            <a:endParaRPr lang="en-US"/>
          </a:p>
        </p:txBody>
      </p:sp>
      <p:sp>
        <p:nvSpPr>
          <p:cNvPr id="5" name="Footer Placeholder 4">
            <a:extLst>
              <a:ext uri="{FF2B5EF4-FFF2-40B4-BE49-F238E27FC236}">
                <a16:creationId xmlns:a16="http://schemas.microsoft.com/office/drawing/2014/main" id="{AB5A679C-5CCD-EB8B-9F31-23600F864C9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2546E52-81D8-CEF3-C780-441712F282E9}"/>
              </a:ext>
            </a:extLst>
          </p:cNvPr>
          <p:cNvSpPr>
            <a:spLocks noGrp="1"/>
          </p:cNvSpPr>
          <p:nvPr>
            <p:ph type="sldNum" sz="quarter" idx="12"/>
          </p:nvPr>
        </p:nvSpPr>
        <p:spPr/>
        <p:txBody>
          <a:bodyPr/>
          <a:lstStyle/>
          <a:p>
            <a:fld id="{DBA36ECC-7CF1-4C4B-AE04-AF452B0381CA}" type="slidenum">
              <a:rPr lang="en-US" smtClean="0"/>
              <a:t>‹#›</a:t>
            </a:fld>
            <a:endParaRPr lang="en-US"/>
          </a:p>
        </p:txBody>
      </p:sp>
    </p:spTree>
    <p:extLst>
      <p:ext uri="{BB962C8B-B14F-4D97-AF65-F5344CB8AC3E}">
        <p14:creationId xmlns:p14="http://schemas.microsoft.com/office/powerpoint/2010/main" val="14583057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266CAB-3E99-FFC6-C231-B407836562D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702A5E0-D86F-716A-8B67-7D825EB6D82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36C8208-DAEB-FAF5-7924-89D13095B3E9}"/>
              </a:ext>
            </a:extLst>
          </p:cNvPr>
          <p:cNvSpPr>
            <a:spLocks noGrp="1"/>
          </p:cNvSpPr>
          <p:nvPr>
            <p:ph type="dt" sz="half" idx="10"/>
          </p:nvPr>
        </p:nvSpPr>
        <p:spPr/>
        <p:txBody>
          <a:bodyPr/>
          <a:lstStyle/>
          <a:p>
            <a:fld id="{6038C434-50CF-AB47-889F-0C4A6E2EAAB8}" type="datetimeFigureOut">
              <a:rPr lang="en-US" smtClean="0"/>
              <a:t>4/9/26</a:t>
            </a:fld>
            <a:endParaRPr lang="en-US"/>
          </a:p>
        </p:txBody>
      </p:sp>
      <p:sp>
        <p:nvSpPr>
          <p:cNvPr id="5" name="Footer Placeholder 4">
            <a:extLst>
              <a:ext uri="{FF2B5EF4-FFF2-40B4-BE49-F238E27FC236}">
                <a16:creationId xmlns:a16="http://schemas.microsoft.com/office/drawing/2014/main" id="{66AEAD82-E179-0319-9E63-985F651D986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098A84-3DA6-D6DA-3611-E407148FAA40}"/>
              </a:ext>
            </a:extLst>
          </p:cNvPr>
          <p:cNvSpPr>
            <a:spLocks noGrp="1"/>
          </p:cNvSpPr>
          <p:nvPr>
            <p:ph type="sldNum" sz="quarter" idx="12"/>
          </p:nvPr>
        </p:nvSpPr>
        <p:spPr/>
        <p:txBody>
          <a:bodyPr/>
          <a:lstStyle/>
          <a:p>
            <a:fld id="{DBA36ECC-7CF1-4C4B-AE04-AF452B0381CA}" type="slidenum">
              <a:rPr lang="en-US" smtClean="0"/>
              <a:t>‹#›</a:t>
            </a:fld>
            <a:endParaRPr lang="en-US"/>
          </a:p>
        </p:txBody>
      </p:sp>
    </p:spTree>
    <p:extLst>
      <p:ext uri="{BB962C8B-B14F-4D97-AF65-F5344CB8AC3E}">
        <p14:creationId xmlns:p14="http://schemas.microsoft.com/office/powerpoint/2010/main" val="41728848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76F4B-8F51-D5FA-8C4E-3D9FB41483F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5728FA7-E856-C555-07F3-A1D018A3894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73C7B23-205F-84BE-0EA8-9B0C0DE356F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7FBAA95-3841-C73B-86F3-C784358B9C63}"/>
              </a:ext>
            </a:extLst>
          </p:cNvPr>
          <p:cNvSpPr>
            <a:spLocks noGrp="1"/>
          </p:cNvSpPr>
          <p:nvPr>
            <p:ph type="dt" sz="half" idx="10"/>
          </p:nvPr>
        </p:nvSpPr>
        <p:spPr/>
        <p:txBody>
          <a:bodyPr/>
          <a:lstStyle/>
          <a:p>
            <a:fld id="{6038C434-50CF-AB47-889F-0C4A6E2EAAB8}" type="datetimeFigureOut">
              <a:rPr lang="en-US" smtClean="0"/>
              <a:t>4/9/26</a:t>
            </a:fld>
            <a:endParaRPr lang="en-US"/>
          </a:p>
        </p:txBody>
      </p:sp>
      <p:sp>
        <p:nvSpPr>
          <p:cNvPr id="6" name="Footer Placeholder 5">
            <a:extLst>
              <a:ext uri="{FF2B5EF4-FFF2-40B4-BE49-F238E27FC236}">
                <a16:creationId xmlns:a16="http://schemas.microsoft.com/office/drawing/2014/main" id="{8B7792CB-4747-FAD5-31FC-C48A6F2C09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84F9DFB-10F6-B57A-C423-BA938329AAD4}"/>
              </a:ext>
            </a:extLst>
          </p:cNvPr>
          <p:cNvSpPr>
            <a:spLocks noGrp="1"/>
          </p:cNvSpPr>
          <p:nvPr>
            <p:ph type="sldNum" sz="quarter" idx="12"/>
          </p:nvPr>
        </p:nvSpPr>
        <p:spPr/>
        <p:txBody>
          <a:bodyPr/>
          <a:lstStyle/>
          <a:p>
            <a:fld id="{DBA36ECC-7CF1-4C4B-AE04-AF452B0381CA}" type="slidenum">
              <a:rPr lang="en-US" smtClean="0"/>
              <a:t>‹#›</a:t>
            </a:fld>
            <a:endParaRPr lang="en-US"/>
          </a:p>
        </p:txBody>
      </p:sp>
    </p:spTree>
    <p:extLst>
      <p:ext uri="{BB962C8B-B14F-4D97-AF65-F5344CB8AC3E}">
        <p14:creationId xmlns:p14="http://schemas.microsoft.com/office/powerpoint/2010/main" val="35605076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7BAE79-7E63-AAB1-D8D3-82B6D96A4DA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859C517-45BD-417C-C012-0326D006F27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06E8FDE-6B93-DE1E-F511-615A9562145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8D0AECD-C75F-9F8A-E368-4D16B215241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AA12500-9BC9-18A7-718B-8574EE768E3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D56EEA9-AD45-9436-D769-0C713783EE0F}"/>
              </a:ext>
            </a:extLst>
          </p:cNvPr>
          <p:cNvSpPr>
            <a:spLocks noGrp="1"/>
          </p:cNvSpPr>
          <p:nvPr>
            <p:ph type="dt" sz="half" idx="10"/>
          </p:nvPr>
        </p:nvSpPr>
        <p:spPr/>
        <p:txBody>
          <a:bodyPr/>
          <a:lstStyle/>
          <a:p>
            <a:fld id="{6038C434-50CF-AB47-889F-0C4A6E2EAAB8}" type="datetimeFigureOut">
              <a:rPr lang="en-US" smtClean="0"/>
              <a:t>4/9/26</a:t>
            </a:fld>
            <a:endParaRPr lang="en-US"/>
          </a:p>
        </p:txBody>
      </p:sp>
      <p:sp>
        <p:nvSpPr>
          <p:cNvPr id="8" name="Footer Placeholder 7">
            <a:extLst>
              <a:ext uri="{FF2B5EF4-FFF2-40B4-BE49-F238E27FC236}">
                <a16:creationId xmlns:a16="http://schemas.microsoft.com/office/drawing/2014/main" id="{B25F7A31-F880-C864-B451-B7EE6BC3766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B15D280-6A28-4540-3CF9-91EDBFE1A1F9}"/>
              </a:ext>
            </a:extLst>
          </p:cNvPr>
          <p:cNvSpPr>
            <a:spLocks noGrp="1"/>
          </p:cNvSpPr>
          <p:nvPr>
            <p:ph type="sldNum" sz="quarter" idx="12"/>
          </p:nvPr>
        </p:nvSpPr>
        <p:spPr/>
        <p:txBody>
          <a:bodyPr/>
          <a:lstStyle/>
          <a:p>
            <a:fld id="{DBA36ECC-7CF1-4C4B-AE04-AF452B0381CA}" type="slidenum">
              <a:rPr lang="en-US" smtClean="0"/>
              <a:t>‹#›</a:t>
            </a:fld>
            <a:endParaRPr lang="en-US"/>
          </a:p>
        </p:txBody>
      </p:sp>
    </p:spTree>
    <p:extLst>
      <p:ext uri="{BB962C8B-B14F-4D97-AF65-F5344CB8AC3E}">
        <p14:creationId xmlns:p14="http://schemas.microsoft.com/office/powerpoint/2010/main" val="19518730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9F237F-4E91-03E9-2484-DF49708EB26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39F8F09-D02F-08B9-4F1F-8CAFECCCAB7E}"/>
              </a:ext>
            </a:extLst>
          </p:cNvPr>
          <p:cNvSpPr>
            <a:spLocks noGrp="1"/>
          </p:cNvSpPr>
          <p:nvPr>
            <p:ph type="dt" sz="half" idx="10"/>
          </p:nvPr>
        </p:nvSpPr>
        <p:spPr/>
        <p:txBody>
          <a:bodyPr/>
          <a:lstStyle/>
          <a:p>
            <a:fld id="{6038C434-50CF-AB47-889F-0C4A6E2EAAB8}" type="datetimeFigureOut">
              <a:rPr lang="en-US" smtClean="0"/>
              <a:t>4/9/26</a:t>
            </a:fld>
            <a:endParaRPr lang="en-US"/>
          </a:p>
        </p:txBody>
      </p:sp>
      <p:sp>
        <p:nvSpPr>
          <p:cNvPr id="4" name="Footer Placeholder 3">
            <a:extLst>
              <a:ext uri="{FF2B5EF4-FFF2-40B4-BE49-F238E27FC236}">
                <a16:creationId xmlns:a16="http://schemas.microsoft.com/office/drawing/2014/main" id="{3AE6E091-44A5-69EB-1C3D-0BED922A04B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7EA11A9-EB4E-550C-A17F-77AF038808C4}"/>
              </a:ext>
            </a:extLst>
          </p:cNvPr>
          <p:cNvSpPr>
            <a:spLocks noGrp="1"/>
          </p:cNvSpPr>
          <p:nvPr>
            <p:ph type="sldNum" sz="quarter" idx="12"/>
          </p:nvPr>
        </p:nvSpPr>
        <p:spPr/>
        <p:txBody>
          <a:bodyPr/>
          <a:lstStyle/>
          <a:p>
            <a:fld id="{DBA36ECC-7CF1-4C4B-AE04-AF452B0381CA}" type="slidenum">
              <a:rPr lang="en-US" smtClean="0"/>
              <a:t>‹#›</a:t>
            </a:fld>
            <a:endParaRPr lang="en-US"/>
          </a:p>
        </p:txBody>
      </p:sp>
    </p:spTree>
    <p:extLst>
      <p:ext uri="{BB962C8B-B14F-4D97-AF65-F5344CB8AC3E}">
        <p14:creationId xmlns:p14="http://schemas.microsoft.com/office/powerpoint/2010/main" val="22469141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DAD8B6B-0F42-3588-12F8-A0B07A980ADB}"/>
              </a:ext>
            </a:extLst>
          </p:cNvPr>
          <p:cNvSpPr>
            <a:spLocks noGrp="1"/>
          </p:cNvSpPr>
          <p:nvPr>
            <p:ph type="dt" sz="half" idx="10"/>
          </p:nvPr>
        </p:nvSpPr>
        <p:spPr/>
        <p:txBody>
          <a:bodyPr/>
          <a:lstStyle/>
          <a:p>
            <a:fld id="{6038C434-50CF-AB47-889F-0C4A6E2EAAB8}" type="datetimeFigureOut">
              <a:rPr lang="en-US" smtClean="0"/>
              <a:t>4/9/26</a:t>
            </a:fld>
            <a:endParaRPr lang="en-US"/>
          </a:p>
        </p:txBody>
      </p:sp>
      <p:sp>
        <p:nvSpPr>
          <p:cNvPr id="3" name="Footer Placeholder 2">
            <a:extLst>
              <a:ext uri="{FF2B5EF4-FFF2-40B4-BE49-F238E27FC236}">
                <a16:creationId xmlns:a16="http://schemas.microsoft.com/office/drawing/2014/main" id="{CCE524F0-4CA6-3E56-9375-178CBA5C575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7A34B99-FC31-EA96-ACD8-D96B2C0ACCFB}"/>
              </a:ext>
            </a:extLst>
          </p:cNvPr>
          <p:cNvSpPr>
            <a:spLocks noGrp="1"/>
          </p:cNvSpPr>
          <p:nvPr>
            <p:ph type="sldNum" sz="quarter" idx="12"/>
          </p:nvPr>
        </p:nvSpPr>
        <p:spPr/>
        <p:txBody>
          <a:bodyPr/>
          <a:lstStyle/>
          <a:p>
            <a:fld id="{DBA36ECC-7CF1-4C4B-AE04-AF452B0381CA}" type="slidenum">
              <a:rPr lang="en-US" smtClean="0"/>
              <a:t>‹#›</a:t>
            </a:fld>
            <a:endParaRPr lang="en-US"/>
          </a:p>
        </p:txBody>
      </p:sp>
    </p:spTree>
    <p:extLst>
      <p:ext uri="{BB962C8B-B14F-4D97-AF65-F5344CB8AC3E}">
        <p14:creationId xmlns:p14="http://schemas.microsoft.com/office/powerpoint/2010/main" val="12313700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C1BE38-98C7-2FD4-FF2B-BD248A1143D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82D68BB-686C-8E9C-B47D-B2F7160FCD0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18EBFBC-CA87-DD25-FEE1-DC2A7C406E8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D09423F-C9B4-9EA1-7DE4-5315A252B082}"/>
              </a:ext>
            </a:extLst>
          </p:cNvPr>
          <p:cNvSpPr>
            <a:spLocks noGrp="1"/>
          </p:cNvSpPr>
          <p:nvPr>
            <p:ph type="dt" sz="half" idx="10"/>
          </p:nvPr>
        </p:nvSpPr>
        <p:spPr/>
        <p:txBody>
          <a:bodyPr/>
          <a:lstStyle/>
          <a:p>
            <a:fld id="{6038C434-50CF-AB47-889F-0C4A6E2EAAB8}" type="datetimeFigureOut">
              <a:rPr lang="en-US" smtClean="0"/>
              <a:t>4/9/26</a:t>
            </a:fld>
            <a:endParaRPr lang="en-US"/>
          </a:p>
        </p:txBody>
      </p:sp>
      <p:sp>
        <p:nvSpPr>
          <p:cNvPr id="6" name="Footer Placeholder 5">
            <a:extLst>
              <a:ext uri="{FF2B5EF4-FFF2-40B4-BE49-F238E27FC236}">
                <a16:creationId xmlns:a16="http://schemas.microsoft.com/office/drawing/2014/main" id="{81E1FA0E-1A11-7D31-3825-88A76F20BE2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79CCB9B-E236-1474-3EF0-20441CEB221B}"/>
              </a:ext>
            </a:extLst>
          </p:cNvPr>
          <p:cNvSpPr>
            <a:spLocks noGrp="1"/>
          </p:cNvSpPr>
          <p:nvPr>
            <p:ph type="sldNum" sz="quarter" idx="12"/>
          </p:nvPr>
        </p:nvSpPr>
        <p:spPr/>
        <p:txBody>
          <a:bodyPr/>
          <a:lstStyle/>
          <a:p>
            <a:fld id="{DBA36ECC-7CF1-4C4B-AE04-AF452B0381CA}" type="slidenum">
              <a:rPr lang="en-US" smtClean="0"/>
              <a:t>‹#›</a:t>
            </a:fld>
            <a:endParaRPr lang="en-US"/>
          </a:p>
        </p:txBody>
      </p:sp>
    </p:spTree>
    <p:extLst>
      <p:ext uri="{BB962C8B-B14F-4D97-AF65-F5344CB8AC3E}">
        <p14:creationId xmlns:p14="http://schemas.microsoft.com/office/powerpoint/2010/main" val="12304581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DB564E-3A2F-D51E-61AD-7B0A48037E8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0123B9C-227E-DA7B-ABAE-851D75A50F8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357794F-E298-A889-32B9-B15BE800207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DD283A4-F6C9-997B-6691-9C6EBEB9B4A0}"/>
              </a:ext>
            </a:extLst>
          </p:cNvPr>
          <p:cNvSpPr>
            <a:spLocks noGrp="1"/>
          </p:cNvSpPr>
          <p:nvPr>
            <p:ph type="dt" sz="half" idx="10"/>
          </p:nvPr>
        </p:nvSpPr>
        <p:spPr/>
        <p:txBody>
          <a:bodyPr/>
          <a:lstStyle/>
          <a:p>
            <a:fld id="{6038C434-50CF-AB47-889F-0C4A6E2EAAB8}" type="datetimeFigureOut">
              <a:rPr lang="en-US" smtClean="0"/>
              <a:t>4/9/26</a:t>
            </a:fld>
            <a:endParaRPr lang="en-US"/>
          </a:p>
        </p:txBody>
      </p:sp>
      <p:sp>
        <p:nvSpPr>
          <p:cNvPr id="6" name="Footer Placeholder 5">
            <a:extLst>
              <a:ext uri="{FF2B5EF4-FFF2-40B4-BE49-F238E27FC236}">
                <a16:creationId xmlns:a16="http://schemas.microsoft.com/office/drawing/2014/main" id="{A329CF3C-55F0-3578-9565-DF5E003CF15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810D196-D916-5D39-7728-0C592C1DF3C9}"/>
              </a:ext>
            </a:extLst>
          </p:cNvPr>
          <p:cNvSpPr>
            <a:spLocks noGrp="1"/>
          </p:cNvSpPr>
          <p:nvPr>
            <p:ph type="sldNum" sz="quarter" idx="12"/>
          </p:nvPr>
        </p:nvSpPr>
        <p:spPr/>
        <p:txBody>
          <a:bodyPr/>
          <a:lstStyle/>
          <a:p>
            <a:fld id="{DBA36ECC-7CF1-4C4B-AE04-AF452B0381CA}" type="slidenum">
              <a:rPr lang="en-US" smtClean="0"/>
              <a:t>‹#›</a:t>
            </a:fld>
            <a:endParaRPr lang="en-US"/>
          </a:p>
        </p:txBody>
      </p:sp>
    </p:spTree>
    <p:extLst>
      <p:ext uri="{BB962C8B-B14F-4D97-AF65-F5344CB8AC3E}">
        <p14:creationId xmlns:p14="http://schemas.microsoft.com/office/powerpoint/2010/main" val="12361108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1924F0-A47F-476D-7E09-6585690C9A1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9317E7B-BF0B-E78A-8EBD-460277356A0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3080C85-64B3-749B-C191-494F9FBEDE81}"/>
              </a:ext>
            </a:extLst>
          </p:cNvPr>
          <p:cNvSpPr>
            <a:spLocks noGrp="1"/>
          </p:cNvSpPr>
          <p:nvPr>
            <p:ph type="dt" sz="half" idx="10"/>
          </p:nvPr>
        </p:nvSpPr>
        <p:spPr/>
        <p:txBody>
          <a:bodyPr/>
          <a:lstStyle/>
          <a:p>
            <a:fld id="{6038C434-50CF-AB47-889F-0C4A6E2EAAB8}" type="datetimeFigureOut">
              <a:rPr lang="en-US" smtClean="0"/>
              <a:t>4/9/26</a:t>
            </a:fld>
            <a:endParaRPr lang="en-US"/>
          </a:p>
        </p:txBody>
      </p:sp>
      <p:sp>
        <p:nvSpPr>
          <p:cNvPr id="5" name="Footer Placeholder 4">
            <a:extLst>
              <a:ext uri="{FF2B5EF4-FFF2-40B4-BE49-F238E27FC236}">
                <a16:creationId xmlns:a16="http://schemas.microsoft.com/office/drawing/2014/main" id="{05A32D98-1336-988D-BCEB-98DF8BA887C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61C877F-CA64-3537-01D2-FACB31C8FDE2}"/>
              </a:ext>
            </a:extLst>
          </p:cNvPr>
          <p:cNvSpPr>
            <a:spLocks noGrp="1"/>
          </p:cNvSpPr>
          <p:nvPr>
            <p:ph type="sldNum" sz="quarter" idx="12"/>
          </p:nvPr>
        </p:nvSpPr>
        <p:spPr/>
        <p:txBody>
          <a:bodyPr/>
          <a:lstStyle/>
          <a:p>
            <a:fld id="{DBA36ECC-7CF1-4C4B-AE04-AF452B0381CA}" type="slidenum">
              <a:rPr lang="en-US" smtClean="0"/>
              <a:t>‹#›</a:t>
            </a:fld>
            <a:endParaRPr lang="en-US"/>
          </a:p>
        </p:txBody>
      </p:sp>
    </p:spTree>
    <p:extLst>
      <p:ext uri="{BB962C8B-B14F-4D97-AF65-F5344CB8AC3E}">
        <p14:creationId xmlns:p14="http://schemas.microsoft.com/office/powerpoint/2010/main" val="14502683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2513BF1-0FFC-9F76-7172-F01BC3EEFE5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256945F-CB1B-E206-705D-5EA857147B4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5EF7E42-3D82-970B-4EA9-EB3253F5FF2E}"/>
              </a:ext>
            </a:extLst>
          </p:cNvPr>
          <p:cNvSpPr>
            <a:spLocks noGrp="1"/>
          </p:cNvSpPr>
          <p:nvPr>
            <p:ph type="dt" sz="half" idx="10"/>
          </p:nvPr>
        </p:nvSpPr>
        <p:spPr/>
        <p:txBody>
          <a:bodyPr/>
          <a:lstStyle/>
          <a:p>
            <a:fld id="{6038C434-50CF-AB47-889F-0C4A6E2EAAB8}" type="datetimeFigureOut">
              <a:rPr lang="en-US" smtClean="0"/>
              <a:t>4/9/26</a:t>
            </a:fld>
            <a:endParaRPr lang="en-US"/>
          </a:p>
        </p:txBody>
      </p:sp>
      <p:sp>
        <p:nvSpPr>
          <p:cNvPr id="5" name="Footer Placeholder 4">
            <a:extLst>
              <a:ext uri="{FF2B5EF4-FFF2-40B4-BE49-F238E27FC236}">
                <a16:creationId xmlns:a16="http://schemas.microsoft.com/office/drawing/2014/main" id="{611B18F9-927E-7DF1-9272-D6DA43E597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547792D-C396-38AE-39BE-367C3073313A}"/>
              </a:ext>
            </a:extLst>
          </p:cNvPr>
          <p:cNvSpPr>
            <a:spLocks noGrp="1"/>
          </p:cNvSpPr>
          <p:nvPr>
            <p:ph type="sldNum" sz="quarter" idx="12"/>
          </p:nvPr>
        </p:nvSpPr>
        <p:spPr/>
        <p:txBody>
          <a:bodyPr/>
          <a:lstStyle/>
          <a:p>
            <a:fld id="{DBA36ECC-7CF1-4C4B-AE04-AF452B0381CA}" type="slidenum">
              <a:rPr lang="en-US" smtClean="0"/>
              <a:t>‹#›</a:t>
            </a:fld>
            <a:endParaRPr lang="en-US"/>
          </a:p>
        </p:txBody>
      </p:sp>
    </p:spTree>
    <p:extLst>
      <p:ext uri="{BB962C8B-B14F-4D97-AF65-F5344CB8AC3E}">
        <p14:creationId xmlns:p14="http://schemas.microsoft.com/office/powerpoint/2010/main" val="29976865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8AE5EE1-A9A1-8563-A7FB-1EDBEEB7CE5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D2112DD-0A88-3AFF-A711-0C72318B9C9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90C0A01-7155-22CC-3E4B-5ADCE919D82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038C434-50CF-AB47-889F-0C4A6E2EAAB8}" type="datetimeFigureOut">
              <a:rPr lang="en-US" smtClean="0"/>
              <a:t>4/9/26</a:t>
            </a:fld>
            <a:endParaRPr lang="en-US"/>
          </a:p>
        </p:txBody>
      </p:sp>
      <p:sp>
        <p:nvSpPr>
          <p:cNvPr id="5" name="Footer Placeholder 4">
            <a:extLst>
              <a:ext uri="{FF2B5EF4-FFF2-40B4-BE49-F238E27FC236}">
                <a16:creationId xmlns:a16="http://schemas.microsoft.com/office/drawing/2014/main" id="{CE4C3642-778F-58F6-4945-8D9FDBEF5CF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39E18F82-9F7F-2A62-71DE-9EF8C148475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BA36ECC-7CF1-4C4B-AE04-AF452B0381CA}" type="slidenum">
              <a:rPr lang="en-US" smtClean="0"/>
              <a:t>‹#›</a:t>
            </a:fld>
            <a:endParaRPr lang="en-US"/>
          </a:p>
        </p:txBody>
      </p:sp>
    </p:spTree>
    <p:extLst>
      <p:ext uri="{BB962C8B-B14F-4D97-AF65-F5344CB8AC3E}">
        <p14:creationId xmlns:p14="http://schemas.microsoft.com/office/powerpoint/2010/main" val="425020204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7E4FCC-3A73-B957-16AA-30CF5362F46D}"/>
              </a:ext>
            </a:extLst>
          </p:cNvPr>
          <p:cNvSpPr>
            <a:spLocks noGrp="1"/>
          </p:cNvSpPr>
          <p:nvPr>
            <p:ph type="ctrTitle"/>
          </p:nvPr>
        </p:nvSpPr>
        <p:spPr/>
        <p:txBody>
          <a:bodyPr>
            <a:normAutofit/>
          </a:bodyPr>
          <a:lstStyle/>
          <a:p>
            <a:r>
              <a:rPr lang="de-DE" dirty="0"/>
              <a:t>Datenqualitätsanalyse</a:t>
            </a:r>
            <a:br>
              <a:rPr lang="en-US" dirty="0"/>
            </a:br>
            <a:r>
              <a:rPr lang="de-DE" dirty="0"/>
              <a:t>Artikelstammdaten</a:t>
            </a:r>
          </a:p>
        </p:txBody>
      </p:sp>
      <p:sp>
        <p:nvSpPr>
          <p:cNvPr id="3" name="Subtitle 2">
            <a:extLst>
              <a:ext uri="{FF2B5EF4-FFF2-40B4-BE49-F238E27FC236}">
                <a16:creationId xmlns:a16="http://schemas.microsoft.com/office/drawing/2014/main" id="{4BEE7781-443A-ED53-C4F5-E350A0E4676E}"/>
              </a:ext>
            </a:extLst>
          </p:cNvPr>
          <p:cNvSpPr>
            <a:spLocks noGrp="1"/>
          </p:cNvSpPr>
          <p:nvPr>
            <p:ph type="subTitle" idx="1"/>
          </p:nvPr>
        </p:nvSpPr>
        <p:spPr/>
        <p:txBody>
          <a:bodyPr/>
          <a:lstStyle/>
          <a:p>
            <a:r>
              <a:rPr lang="en-US" sz="2400" i="1" dirty="0" err="1">
                <a:solidFill>
                  <a:srgbClr val="AAAAAA"/>
                </a:solidFill>
                <a:latin typeface="Calibri" pitchFamily="34" charset="0"/>
                <a:ea typeface="Calibri" pitchFamily="34" charset="-122"/>
                <a:cs typeface="Calibri" pitchFamily="34" charset="-120"/>
              </a:rPr>
              <a:t>Bewerbungsaufgabe</a:t>
            </a:r>
            <a:r>
              <a:rPr lang="en-US" sz="2400" i="1">
                <a:solidFill>
                  <a:srgbClr val="AAAAAA"/>
                </a:solidFill>
                <a:latin typeface="Calibri" pitchFamily="34" charset="0"/>
                <a:ea typeface="Calibri" pitchFamily="34" charset="-122"/>
                <a:cs typeface="Calibri" pitchFamily="34" charset="-120"/>
              </a:rPr>
              <a:t> · Data Quality Manager · dm-</a:t>
            </a:r>
            <a:r>
              <a:rPr lang="en-US" sz="2400" i="1" err="1">
                <a:solidFill>
                  <a:srgbClr val="AAAAAA"/>
                </a:solidFill>
                <a:latin typeface="Calibri" pitchFamily="34" charset="0"/>
                <a:ea typeface="Calibri" pitchFamily="34" charset="-122"/>
                <a:cs typeface="Calibri" pitchFamily="34" charset="-120"/>
              </a:rPr>
              <a:t>drogerie</a:t>
            </a:r>
            <a:r>
              <a:rPr lang="en-US" sz="2400" i="1">
                <a:solidFill>
                  <a:srgbClr val="AAAAAA"/>
                </a:solidFill>
                <a:latin typeface="Calibri" pitchFamily="34" charset="0"/>
                <a:ea typeface="Calibri" pitchFamily="34" charset="-122"/>
                <a:cs typeface="Calibri" pitchFamily="34" charset="-120"/>
              </a:rPr>
              <a:t> </a:t>
            </a:r>
            <a:r>
              <a:rPr lang="en-US" sz="2400" i="1" err="1">
                <a:solidFill>
                  <a:srgbClr val="AAAAAA"/>
                </a:solidFill>
                <a:latin typeface="Calibri" pitchFamily="34" charset="0"/>
                <a:ea typeface="Calibri" pitchFamily="34" charset="-122"/>
                <a:cs typeface="Calibri" pitchFamily="34" charset="-120"/>
              </a:rPr>
              <a:t>markt</a:t>
            </a:r>
            <a:r>
              <a:rPr lang="en-US" sz="2400" i="1">
                <a:solidFill>
                  <a:srgbClr val="AAAAAA"/>
                </a:solidFill>
                <a:latin typeface="Calibri" pitchFamily="34" charset="0"/>
                <a:ea typeface="Calibri" pitchFamily="34" charset="-122"/>
                <a:cs typeface="Calibri" pitchFamily="34" charset="-120"/>
              </a:rPr>
              <a:t> GmbH &amp; Co. KG</a:t>
            </a:r>
            <a:endParaRPr lang="en-US" sz="2400"/>
          </a:p>
        </p:txBody>
      </p:sp>
      <p:sp>
        <p:nvSpPr>
          <p:cNvPr id="7" name="TextBox 6">
            <a:extLst>
              <a:ext uri="{FF2B5EF4-FFF2-40B4-BE49-F238E27FC236}">
                <a16:creationId xmlns:a16="http://schemas.microsoft.com/office/drawing/2014/main" id="{42952303-F1DC-7D06-14E9-1AD8D9FB8B72}"/>
              </a:ext>
            </a:extLst>
          </p:cNvPr>
          <p:cNvSpPr txBox="1"/>
          <p:nvPr/>
        </p:nvSpPr>
        <p:spPr>
          <a:xfrm>
            <a:off x="1271752" y="5969140"/>
            <a:ext cx="6096000" cy="369332"/>
          </a:xfrm>
          <a:prstGeom prst="rect">
            <a:avLst/>
          </a:prstGeom>
          <a:noFill/>
        </p:spPr>
        <p:txBody>
          <a:bodyPr wrap="square">
            <a:spAutoFit/>
          </a:bodyPr>
          <a:lstStyle/>
          <a:p>
            <a:pPr marL="0" indent="0">
              <a:buNone/>
            </a:pPr>
            <a:r>
              <a:rPr lang="en-US" sz="1800">
                <a:solidFill>
                  <a:srgbClr val="888888"/>
                </a:solidFill>
                <a:latin typeface="Calibri" pitchFamily="34" charset="0"/>
                <a:ea typeface="Calibri" pitchFamily="34" charset="-122"/>
                <a:cs typeface="Calibri" pitchFamily="34" charset="-120"/>
              </a:rPr>
              <a:t>Anna Sommani   |   15 April 2026</a:t>
            </a:r>
            <a:endParaRPr lang="en-US" sz="1800"/>
          </a:p>
        </p:txBody>
      </p:sp>
    </p:spTree>
    <p:extLst>
      <p:ext uri="{BB962C8B-B14F-4D97-AF65-F5344CB8AC3E}">
        <p14:creationId xmlns:p14="http://schemas.microsoft.com/office/powerpoint/2010/main" val="33944418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49070C-4BBB-7D5A-8688-1A9C2A93D1D4}"/>
              </a:ext>
            </a:extLst>
          </p:cNvPr>
          <p:cNvSpPr>
            <a:spLocks noGrp="1"/>
          </p:cNvSpPr>
          <p:nvPr>
            <p:ph type="title"/>
          </p:nvPr>
        </p:nvSpPr>
        <p:spPr/>
        <p:txBody>
          <a:bodyPr/>
          <a:lstStyle/>
          <a:p>
            <a:r>
              <a:rPr lang="de-DE"/>
              <a:t>Überblick</a:t>
            </a:r>
          </a:p>
        </p:txBody>
      </p:sp>
      <p:sp>
        <p:nvSpPr>
          <p:cNvPr id="3" name="Content Placeholder 2">
            <a:extLst>
              <a:ext uri="{FF2B5EF4-FFF2-40B4-BE49-F238E27FC236}">
                <a16:creationId xmlns:a16="http://schemas.microsoft.com/office/drawing/2014/main" id="{9CD1000B-6710-B0E1-9A74-5C8CE208EE8B}"/>
              </a:ext>
            </a:extLst>
          </p:cNvPr>
          <p:cNvSpPr>
            <a:spLocks noGrp="1"/>
          </p:cNvSpPr>
          <p:nvPr>
            <p:ph idx="1"/>
          </p:nvPr>
        </p:nvSpPr>
        <p:spPr/>
        <p:txBody>
          <a:bodyPr>
            <a:normAutofit lnSpcReduction="10000"/>
          </a:bodyPr>
          <a:lstStyle/>
          <a:p>
            <a:r>
              <a:rPr lang="de-DE" sz="1800" dirty="0">
                <a:solidFill>
                  <a:srgbClr val="0C445E"/>
                </a:solidFill>
                <a:effectLst/>
                <a:latin typeface="Aptos" panose="020B0004020202020204" pitchFamily="34" charset="0"/>
              </a:rPr>
              <a:t>Aufgabe 1: </a:t>
            </a:r>
            <a:r>
              <a:rPr lang="de-DE" sz="1800" dirty="0" err="1">
                <a:solidFill>
                  <a:srgbClr val="0C445E"/>
                </a:solidFill>
                <a:effectLst/>
                <a:latin typeface="Aptos" panose="020B0004020202020204" pitchFamily="34" charset="0"/>
              </a:rPr>
              <a:t>Datenüberblick</a:t>
            </a:r>
            <a:r>
              <a:rPr lang="de-DE" sz="1800" dirty="0">
                <a:solidFill>
                  <a:srgbClr val="0C445E"/>
                </a:solidFill>
                <a:effectLst/>
                <a:latin typeface="Aptos" panose="020B0004020202020204" pitchFamily="34" charset="0"/>
              </a:rPr>
              <a:t> </a:t>
            </a:r>
          </a:p>
          <a:p>
            <a:pPr lvl="1"/>
            <a:r>
              <a:rPr lang="de-DE" sz="1400" dirty="0">
                <a:solidFill>
                  <a:srgbClr val="0C445E"/>
                </a:solidFill>
                <a:latin typeface="Aptos" panose="020B0004020202020204" pitchFamily="34" charset="0"/>
              </a:rPr>
              <a:t>Wie viele eindeutige Artikel</a:t>
            </a:r>
          </a:p>
          <a:p>
            <a:pPr lvl="1"/>
            <a:r>
              <a:rPr lang="de-DE" sz="1400" dirty="0">
                <a:solidFill>
                  <a:srgbClr val="0C435E"/>
                </a:solidFill>
                <a:effectLst/>
                <a:latin typeface="Aptos" panose="020B0004020202020204" pitchFamily="34" charset="0"/>
              </a:rPr>
              <a:t>Normalformen</a:t>
            </a:r>
            <a:r>
              <a:rPr lang="de-DE" sz="1400" dirty="0">
                <a:solidFill>
                  <a:srgbClr val="0C445E"/>
                </a:solidFill>
                <a:effectLst/>
                <a:latin typeface="Aptos" panose="020B0004020202020204" pitchFamily="34" charset="0"/>
              </a:rPr>
              <a:t> eingehalten</a:t>
            </a:r>
          </a:p>
          <a:p>
            <a:pPr lvl="1"/>
            <a:r>
              <a:rPr lang="de-DE" sz="1400" dirty="0">
                <a:solidFill>
                  <a:srgbClr val="0C445E"/>
                </a:solidFill>
                <a:latin typeface="Aptos" panose="020B0004020202020204" pitchFamily="34" charset="0"/>
              </a:rPr>
              <a:t>Optimierungspotential</a:t>
            </a:r>
          </a:p>
          <a:p>
            <a:pPr lvl="1"/>
            <a:r>
              <a:rPr lang="de-DE" sz="1400" dirty="0">
                <a:solidFill>
                  <a:srgbClr val="0C445E"/>
                </a:solidFill>
                <a:effectLst/>
                <a:latin typeface="Aptos" panose="020B0004020202020204" pitchFamily="34" charset="0"/>
              </a:rPr>
              <a:t>Maßnahmen vorschlagen</a:t>
            </a:r>
          </a:p>
          <a:p>
            <a:pPr lvl="1"/>
            <a:endParaRPr lang="de-DE" sz="1400" dirty="0">
              <a:solidFill>
                <a:srgbClr val="0C445E"/>
              </a:solidFill>
              <a:effectLst/>
              <a:latin typeface="Aptos" panose="020B0004020202020204" pitchFamily="34" charset="0"/>
            </a:endParaRPr>
          </a:p>
          <a:p>
            <a:r>
              <a:rPr lang="de-DE" sz="1800" dirty="0">
                <a:solidFill>
                  <a:srgbClr val="0C445E"/>
                </a:solidFill>
                <a:effectLst/>
                <a:latin typeface="Aptos" panose="020B0004020202020204" pitchFamily="34" charset="0"/>
              </a:rPr>
              <a:t>Aufgabe 2: KPI-Berechnung </a:t>
            </a:r>
            <a:r>
              <a:rPr lang="de-DE" sz="1800" dirty="0" err="1">
                <a:solidFill>
                  <a:srgbClr val="0C445E"/>
                </a:solidFill>
                <a:effectLst/>
                <a:latin typeface="Aptos" panose="020B0004020202020204" pitchFamily="34" charset="0"/>
              </a:rPr>
              <a:t>Datenqualität</a:t>
            </a:r>
            <a:r>
              <a:rPr lang="de-DE" sz="1800" dirty="0">
                <a:solidFill>
                  <a:srgbClr val="0C445E"/>
                </a:solidFill>
                <a:effectLst/>
                <a:latin typeface="Aptos" panose="020B0004020202020204" pitchFamily="34" charset="0"/>
              </a:rPr>
              <a:t> von Stammdaten (Grunddaten, Werksdaten &amp; Lieferantendaten) </a:t>
            </a:r>
          </a:p>
          <a:p>
            <a:pPr lvl="1"/>
            <a:r>
              <a:rPr lang="de-DE" sz="1400" dirty="0">
                <a:solidFill>
                  <a:srgbClr val="0C445E"/>
                </a:solidFill>
                <a:latin typeface="Aptos" panose="020B0004020202020204" pitchFamily="34" charset="0"/>
              </a:rPr>
              <a:t>Vollständigkeit</a:t>
            </a:r>
          </a:p>
          <a:p>
            <a:pPr lvl="1"/>
            <a:r>
              <a:rPr lang="de-DE" sz="1400" dirty="0">
                <a:solidFill>
                  <a:srgbClr val="0C445E"/>
                </a:solidFill>
                <a:latin typeface="Aptos" panose="020B0004020202020204" pitchFamily="34" charset="0"/>
              </a:rPr>
              <a:t>Eindeutigkeit</a:t>
            </a:r>
          </a:p>
          <a:p>
            <a:pPr lvl="1"/>
            <a:r>
              <a:rPr lang="de-DE" sz="1400" dirty="0">
                <a:solidFill>
                  <a:srgbClr val="0C445E"/>
                </a:solidFill>
                <a:latin typeface="Aptos" panose="020B0004020202020204" pitchFamily="34" charset="0"/>
              </a:rPr>
              <a:t>Konsistenz / Plausibilität</a:t>
            </a:r>
          </a:p>
          <a:p>
            <a:pPr marL="457200" lvl="1" indent="0">
              <a:buNone/>
            </a:pPr>
            <a:endParaRPr lang="de-DE" sz="1200" dirty="0"/>
          </a:p>
          <a:p>
            <a:r>
              <a:rPr lang="de-DE" sz="1800" dirty="0">
                <a:solidFill>
                  <a:srgbClr val="0C445E"/>
                </a:solidFill>
                <a:effectLst/>
                <a:latin typeface="Aptos" panose="020B0004020202020204" pitchFamily="34" charset="0"/>
              </a:rPr>
              <a:t>Aufgabe 3: Auswertung und Empfehlung </a:t>
            </a:r>
          </a:p>
          <a:p>
            <a:pPr lvl="1"/>
            <a:r>
              <a:rPr lang="de-DE" sz="1400" dirty="0">
                <a:solidFill>
                  <a:srgbClr val="0C445E"/>
                </a:solidFill>
                <a:latin typeface="Aptos" panose="020B0004020202020204" pitchFamily="34" charset="0"/>
              </a:rPr>
              <a:t>kurze Auswertung der Datenqualitätsprobleme</a:t>
            </a:r>
          </a:p>
          <a:p>
            <a:pPr lvl="1"/>
            <a:r>
              <a:rPr lang="de-DE" sz="1400" dirty="0">
                <a:solidFill>
                  <a:srgbClr val="0C445E"/>
                </a:solidFill>
                <a:effectLst/>
                <a:latin typeface="Aptos" panose="020B0004020202020204" pitchFamily="34" charset="0"/>
              </a:rPr>
              <a:t>Empfe</a:t>
            </a:r>
            <a:r>
              <a:rPr lang="de-DE" sz="1400" dirty="0">
                <a:solidFill>
                  <a:srgbClr val="0C445E"/>
                </a:solidFill>
                <a:latin typeface="Aptos" panose="020B0004020202020204" pitchFamily="34" charset="0"/>
              </a:rPr>
              <a:t>hlungen wie diese Probleme im durch geeignete Maßnahmen zukünftig vermieden werden können. </a:t>
            </a:r>
          </a:p>
          <a:p>
            <a:pPr lvl="1"/>
            <a:r>
              <a:rPr lang="de-DE" sz="1400" dirty="0">
                <a:solidFill>
                  <a:srgbClr val="0C445E"/>
                </a:solidFill>
                <a:effectLst/>
                <a:latin typeface="Aptos" panose="020B0004020202020204" pitchFamily="34" charset="0"/>
              </a:rPr>
              <a:t>Visualisierung mit übersichtlichen Diagramm oder Dashboard</a:t>
            </a:r>
            <a:endParaRPr lang="de-DE" sz="1400" dirty="0">
              <a:effectLst/>
            </a:endParaRPr>
          </a:p>
          <a:p>
            <a:endParaRPr lang="de-DE" dirty="0"/>
          </a:p>
        </p:txBody>
      </p:sp>
    </p:spTree>
    <p:extLst>
      <p:ext uri="{BB962C8B-B14F-4D97-AF65-F5344CB8AC3E}">
        <p14:creationId xmlns:p14="http://schemas.microsoft.com/office/powerpoint/2010/main" val="18476636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FD4074-6312-E0EE-2257-8D5441C5B5D5}"/>
              </a:ext>
            </a:extLst>
          </p:cNvPr>
          <p:cNvSpPr>
            <a:spLocks noGrp="1"/>
          </p:cNvSpPr>
          <p:nvPr>
            <p:ph type="title"/>
          </p:nvPr>
        </p:nvSpPr>
        <p:spPr/>
        <p:txBody>
          <a:bodyPr/>
          <a:lstStyle/>
          <a:p>
            <a:endParaRPr lang="de-DE"/>
          </a:p>
        </p:txBody>
      </p:sp>
      <p:sp>
        <p:nvSpPr>
          <p:cNvPr id="3" name="Content Placeholder 2">
            <a:extLst>
              <a:ext uri="{FF2B5EF4-FFF2-40B4-BE49-F238E27FC236}">
                <a16:creationId xmlns:a16="http://schemas.microsoft.com/office/drawing/2014/main" id="{C8010576-0B9B-BE2C-A22D-6C6279CD914A}"/>
              </a:ext>
            </a:extLst>
          </p:cNvPr>
          <p:cNvSpPr>
            <a:spLocks noGrp="1"/>
          </p:cNvSpPr>
          <p:nvPr>
            <p:ph idx="1"/>
          </p:nvPr>
        </p:nvSpPr>
        <p:spPr/>
        <p:txBody>
          <a:bodyPr/>
          <a:lstStyle/>
          <a:p>
            <a:r>
              <a:rPr lang="en-US" b="1" dirty="0"/>
              <a:t>The three business problems named in the brief are:</a:t>
            </a:r>
            <a:endParaRPr lang="en-US" dirty="0"/>
          </a:p>
          <a:p>
            <a:pPr>
              <a:buFont typeface="+mj-lt"/>
              <a:buAutoNum type="arabicPeriod"/>
            </a:pPr>
            <a:r>
              <a:rPr lang="en-US" b="1" dirty="0" err="1"/>
              <a:t>Kundenservice</a:t>
            </a:r>
            <a:r>
              <a:rPr lang="en-US" b="1" dirty="0"/>
              <a:t> / Legal</a:t>
            </a:r>
            <a:r>
              <a:rPr lang="en-US" dirty="0"/>
              <a:t> — wrong info on the website, </a:t>
            </a:r>
            <a:r>
              <a:rPr lang="en-US" dirty="0" err="1"/>
              <a:t>Unterlassungserklärung</a:t>
            </a:r>
            <a:endParaRPr lang="en-US" dirty="0"/>
          </a:p>
          <a:p>
            <a:pPr>
              <a:buFont typeface="+mj-lt"/>
              <a:buAutoNum type="arabicPeriod"/>
            </a:pPr>
            <a:r>
              <a:rPr lang="en-US" b="1" dirty="0" err="1"/>
              <a:t>Logistik</a:t>
            </a:r>
            <a:r>
              <a:rPr lang="en-US" dirty="0"/>
              <a:t> — </a:t>
            </a:r>
            <a:r>
              <a:rPr lang="en-US" dirty="0" err="1"/>
              <a:t>Fehllieferungen</a:t>
            </a:r>
            <a:r>
              <a:rPr lang="en-US" dirty="0"/>
              <a:t>, wrong </a:t>
            </a:r>
            <a:r>
              <a:rPr lang="en-US" dirty="0" err="1"/>
              <a:t>Karton</a:t>
            </a:r>
            <a:r>
              <a:rPr lang="en-US" dirty="0"/>
              <a:t> calculations, manual rework</a:t>
            </a:r>
          </a:p>
          <a:p>
            <a:pPr>
              <a:buFont typeface="+mj-lt"/>
              <a:buAutoNum type="arabicPeriod"/>
            </a:pPr>
            <a:r>
              <a:rPr lang="en-US" b="1" dirty="0"/>
              <a:t>Marketing</a:t>
            </a:r>
            <a:r>
              <a:rPr lang="en-US" dirty="0"/>
              <a:t> — ongoing complaints</a:t>
            </a:r>
          </a:p>
          <a:p>
            <a:endParaRPr lang="de-DE" dirty="0"/>
          </a:p>
        </p:txBody>
      </p:sp>
    </p:spTree>
    <p:extLst>
      <p:ext uri="{BB962C8B-B14F-4D97-AF65-F5344CB8AC3E}">
        <p14:creationId xmlns:p14="http://schemas.microsoft.com/office/powerpoint/2010/main" val="31218365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6801E36-732C-2D12-67C7-DAAF719B6921}"/>
              </a:ext>
            </a:extLst>
          </p:cNvPr>
          <p:cNvSpPr>
            <a:spLocks noGrp="1"/>
          </p:cNvSpPr>
          <p:nvPr>
            <p:ph idx="1"/>
          </p:nvPr>
        </p:nvSpPr>
        <p:spPr>
          <a:xfrm>
            <a:off x="838200" y="1255776"/>
            <a:ext cx="10515600" cy="4921187"/>
          </a:xfrm>
        </p:spPr>
        <p:txBody>
          <a:bodyPr>
            <a:normAutofit/>
          </a:bodyPr>
          <a:lstStyle/>
          <a:p>
            <a:pPr marL="0" indent="0" algn="l">
              <a:buNone/>
            </a:pPr>
            <a:r>
              <a:rPr lang="en-US" sz="1200" b="1" i="0" dirty="0">
                <a:solidFill>
                  <a:srgbClr val="0A0A0A"/>
                </a:solidFill>
                <a:effectLst/>
                <a:highlight>
                  <a:srgbClr val="FFFFFF"/>
                </a:highlight>
                <a:latin typeface="Calibri" panose="020F0502020204030204" pitchFamily="34" charset="0"/>
                <a:cs typeface="Calibri" panose="020F0502020204030204" pitchFamily="34" charset="0"/>
              </a:rPr>
              <a:t>1. First Normal Form (1NF): Atomicity</a:t>
            </a:r>
            <a:r>
              <a:rPr lang="en-US" sz="1200" b="0" i="0" dirty="0">
                <a:solidFill>
                  <a:srgbClr val="0A0A0A"/>
                </a:solidFill>
                <a:effectLst/>
                <a:highlight>
                  <a:srgbClr val="FFFFFF"/>
                </a:highlight>
                <a:latin typeface="Calibri" panose="020F0502020204030204" pitchFamily="34" charset="0"/>
                <a:cs typeface="Calibri" panose="020F0502020204030204" pitchFamily="34" charset="0"/>
              </a:rPr>
              <a:t> </a:t>
            </a:r>
          </a:p>
          <a:p>
            <a:pPr marL="0" indent="0" algn="l">
              <a:buNone/>
            </a:pPr>
            <a:r>
              <a:rPr lang="en-US" sz="1200" b="1" i="0" dirty="0">
                <a:solidFill>
                  <a:srgbClr val="0A0A0A"/>
                </a:solidFill>
                <a:effectLst/>
                <a:highlight>
                  <a:srgbClr val="FFFFFF"/>
                </a:highlight>
                <a:latin typeface="Calibri" panose="020F0502020204030204" pitchFamily="34" charset="0"/>
                <a:cs typeface="Calibri" panose="020F0502020204030204" pitchFamily="34" charset="0"/>
              </a:rPr>
              <a:t>Definition:</a:t>
            </a:r>
            <a:r>
              <a:rPr lang="en-US" sz="1200" b="0" i="0" dirty="0">
                <a:solidFill>
                  <a:srgbClr val="0A0A0A"/>
                </a:solidFill>
                <a:effectLst/>
                <a:highlight>
                  <a:srgbClr val="FFFFFF"/>
                </a:highlight>
                <a:latin typeface="Calibri" panose="020F0502020204030204" pitchFamily="34" charset="0"/>
                <a:cs typeface="Calibri" panose="020F0502020204030204" pitchFamily="34" charset="0"/>
              </a:rPr>
              <a:t> A table is in 1NF if all data cells contain only single (atomic) values, and there are no repeating groups or arrays.</a:t>
            </a:r>
          </a:p>
          <a:p>
            <a:pPr marL="0" indent="0" algn="l">
              <a:buNone/>
            </a:pPr>
            <a:r>
              <a:rPr lang="en-US" sz="1200" b="1" i="0" dirty="0">
                <a:solidFill>
                  <a:srgbClr val="0A0A0A"/>
                </a:solidFill>
                <a:effectLst/>
                <a:highlight>
                  <a:srgbClr val="FFFFFF"/>
                </a:highlight>
                <a:latin typeface="Calibri" panose="020F0502020204030204" pitchFamily="34" charset="0"/>
                <a:cs typeface="Calibri" panose="020F0502020204030204" pitchFamily="34" charset="0"/>
              </a:rPr>
              <a:t>Key Action:</a:t>
            </a:r>
            <a:r>
              <a:rPr lang="en-US" sz="1200" b="0" i="0" dirty="0">
                <a:solidFill>
                  <a:srgbClr val="0A0A0A"/>
                </a:solidFill>
                <a:effectLst/>
                <a:highlight>
                  <a:srgbClr val="FFFFFF"/>
                </a:highlight>
                <a:latin typeface="Calibri" panose="020F0502020204030204" pitchFamily="34" charset="0"/>
                <a:cs typeface="Calibri" panose="020F0502020204030204" pitchFamily="34" charset="0"/>
              </a:rPr>
              <a:t> Eliminate non-atomic values (e.g., separating a comma-separated list of phone numbers into multiple rows).</a:t>
            </a:r>
            <a:br>
              <a:rPr lang="en-US" sz="1200" b="0" i="0" dirty="0">
                <a:solidFill>
                  <a:srgbClr val="0A0A0A"/>
                </a:solidFill>
                <a:effectLst/>
                <a:highlight>
                  <a:srgbClr val="FFFFFF"/>
                </a:highlight>
                <a:latin typeface="Calibri" panose="020F0502020204030204" pitchFamily="34" charset="0"/>
                <a:cs typeface="Calibri" panose="020F0502020204030204" pitchFamily="34" charset="0"/>
              </a:rPr>
            </a:br>
            <a:endParaRPr lang="en-US" sz="1200" b="0" i="0" dirty="0">
              <a:solidFill>
                <a:srgbClr val="0A0A0A"/>
              </a:solidFill>
              <a:effectLst/>
              <a:highlight>
                <a:srgbClr val="FFFFFF"/>
              </a:highlight>
              <a:latin typeface="Calibri" panose="020F0502020204030204" pitchFamily="34" charset="0"/>
              <a:cs typeface="Calibri" panose="020F0502020204030204" pitchFamily="34" charset="0"/>
            </a:endParaRPr>
          </a:p>
          <a:p>
            <a:pPr marL="0" indent="0" algn="l">
              <a:buNone/>
            </a:pPr>
            <a:r>
              <a:rPr lang="en-US" sz="1200" b="1" i="0" dirty="0">
                <a:solidFill>
                  <a:srgbClr val="0A0A0A"/>
                </a:solidFill>
                <a:effectLst/>
                <a:highlight>
                  <a:srgbClr val="FFFFFF"/>
                </a:highlight>
                <a:latin typeface="Calibri" panose="020F0502020204030204" pitchFamily="34" charset="0"/>
                <a:cs typeface="Calibri" panose="020F0502020204030204" pitchFamily="34" charset="0"/>
              </a:rPr>
              <a:t>2. Second Normal Form (2NF): Full Functional Dependency</a:t>
            </a:r>
            <a:r>
              <a:rPr lang="en-US" sz="1200" b="0" i="0" dirty="0">
                <a:solidFill>
                  <a:srgbClr val="0A0A0A"/>
                </a:solidFill>
                <a:effectLst/>
                <a:highlight>
                  <a:srgbClr val="FFFFFF"/>
                </a:highlight>
                <a:latin typeface="Calibri" panose="020F0502020204030204" pitchFamily="34" charset="0"/>
                <a:cs typeface="Calibri" panose="020F0502020204030204" pitchFamily="34" charset="0"/>
              </a:rPr>
              <a:t> </a:t>
            </a:r>
          </a:p>
          <a:p>
            <a:pPr marL="0" indent="0" algn="l">
              <a:buNone/>
            </a:pPr>
            <a:r>
              <a:rPr lang="en-US" sz="1200" b="1" i="0" dirty="0">
                <a:solidFill>
                  <a:srgbClr val="0A0A0A"/>
                </a:solidFill>
                <a:effectLst/>
                <a:highlight>
                  <a:srgbClr val="FFFFFF"/>
                </a:highlight>
                <a:latin typeface="Calibri" panose="020F0502020204030204" pitchFamily="34" charset="0"/>
                <a:cs typeface="Calibri" panose="020F0502020204030204" pitchFamily="34" charset="0"/>
              </a:rPr>
              <a:t>Definition:</a:t>
            </a:r>
            <a:r>
              <a:rPr lang="en-US" sz="1200" b="0" i="0" dirty="0">
                <a:solidFill>
                  <a:srgbClr val="0A0A0A"/>
                </a:solidFill>
                <a:effectLst/>
                <a:highlight>
                  <a:srgbClr val="FFFFFF"/>
                </a:highlight>
                <a:latin typeface="Calibri" panose="020F0502020204030204" pitchFamily="34" charset="0"/>
                <a:cs typeface="Calibri" panose="020F0502020204030204" pitchFamily="34" charset="0"/>
              </a:rPr>
              <a:t> A table is in 2NF if it is in 1NF and all non-key attributes are fully functionally dependent on the entire primary key.</a:t>
            </a:r>
          </a:p>
          <a:p>
            <a:pPr marL="0" indent="0" algn="l">
              <a:buNone/>
            </a:pPr>
            <a:r>
              <a:rPr lang="en-US" sz="1200" b="1" i="0" dirty="0">
                <a:solidFill>
                  <a:srgbClr val="0A0A0A"/>
                </a:solidFill>
                <a:effectLst/>
                <a:highlight>
                  <a:srgbClr val="FFFFFF"/>
                </a:highlight>
                <a:latin typeface="Calibri" panose="020F0502020204030204" pitchFamily="34" charset="0"/>
                <a:cs typeface="Calibri" panose="020F0502020204030204" pitchFamily="34" charset="0"/>
              </a:rPr>
              <a:t>Key Action:</a:t>
            </a:r>
            <a:r>
              <a:rPr lang="en-US" sz="1200" b="0" i="0" dirty="0">
                <a:solidFill>
                  <a:srgbClr val="0A0A0A"/>
                </a:solidFill>
                <a:effectLst/>
                <a:highlight>
                  <a:srgbClr val="FFFFFF"/>
                </a:highlight>
                <a:latin typeface="Calibri" panose="020F0502020204030204" pitchFamily="34" charset="0"/>
                <a:cs typeface="Calibri" panose="020F0502020204030204" pitchFamily="34" charset="0"/>
              </a:rPr>
              <a:t> Remove partial dependencies, which occur when a non-key attribute depends on only </a:t>
            </a:r>
            <a:r>
              <a:rPr lang="en-US" sz="1200" b="0" i="1" dirty="0">
                <a:solidFill>
                  <a:srgbClr val="0A0A0A"/>
                </a:solidFill>
                <a:effectLst/>
                <a:highlight>
                  <a:srgbClr val="FFFFFF"/>
                </a:highlight>
                <a:latin typeface="Calibri" panose="020F0502020204030204" pitchFamily="34" charset="0"/>
                <a:cs typeface="Calibri" panose="020F0502020204030204" pitchFamily="34" charset="0"/>
              </a:rPr>
              <a:t>part</a:t>
            </a:r>
            <a:r>
              <a:rPr lang="en-US" sz="1200" b="0" i="0" dirty="0">
                <a:solidFill>
                  <a:srgbClr val="0A0A0A"/>
                </a:solidFill>
                <a:effectLst/>
                <a:highlight>
                  <a:srgbClr val="FFFFFF"/>
                </a:highlight>
                <a:latin typeface="Calibri" panose="020F0502020204030204" pitchFamily="34" charset="0"/>
                <a:cs typeface="Calibri" panose="020F0502020204030204" pitchFamily="34" charset="0"/>
              </a:rPr>
              <a:t> of a composite primary key.</a:t>
            </a:r>
          </a:p>
          <a:p>
            <a:pPr marL="0" indent="0" algn="l">
              <a:buNone/>
            </a:pPr>
            <a:r>
              <a:rPr lang="en-US" sz="1200" b="1" i="0" dirty="0">
                <a:solidFill>
                  <a:srgbClr val="0A0A0A"/>
                </a:solidFill>
                <a:effectLst/>
                <a:highlight>
                  <a:srgbClr val="FFFFFF"/>
                </a:highlight>
                <a:latin typeface="Calibri" panose="020F0502020204030204" pitchFamily="34" charset="0"/>
                <a:cs typeface="Calibri" panose="020F0502020204030204" pitchFamily="34" charset="0"/>
              </a:rPr>
              <a:t>Scenario:</a:t>
            </a:r>
            <a:r>
              <a:rPr lang="en-US" sz="1200" b="0" i="0" dirty="0">
                <a:solidFill>
                  <a:srgbClr val="0A0A0A"/>
                </a:solidFill>
                <a:effectLst/>
                <a:highlight>
                  <a:srgbClr val="FFFFFF"/>
                </a:highlight>
                <a:latin typeface="Calibri" panose="020F0502020204030204" pitchFamily="34" charset="0"/>
                <a:cs typeface="Calibri" panose="020F0502020204030204" pitchFamily="34" charset="0"/>
              </a:rPr>
              <a:t> In a table with a composite key (</a:t>
            </a:r>
            <a:r>
              <a:rPr lang="en-US" sz="1200" b="0" i="0" dirty="0" err="1">
                <a:solidFill>
                  <a:srgbClr val="0A0A0A"/>
                </a:solidFill>
                <a:effectLst/>
                <a:highlight>
                  <a:srgbClr val="FFFFFF"/>
                </a:highlight>
                <a:latin typeface="Calibri" panose="020F0502020204030204" pitchFamily="34" charset="0"/>
                <a:cs typeface="Calibri" panose="020F0502020204030204" pitchFamily="34" charset="0"/>
              </a:rPr>
              <a:t>OrderID</a:t>
            </a:r>
            <a:r>
              <a:rPr lang="en-US" sz="1200" b="0" i="0" dirty="0">
                <a:solidFill>
                  <a:srgbClr val="0A0A0A"/>
                </a:solidFill>
                <a:effectLst/>
                <a:highlight>
                  <a:srgbClr val="FFFFFF"/>
                </a:highlight>
                <a:latin typeface="Calibri" panose="020F0502020204030204" pitchFamily="34" charset="0"/>
                <a:cs typeface="Calibri" panose="020F0502020204030204" pitchFamily="34" charset="0"/>
              </a:rPr>
              <a:t>, </a:t>
            </a:r>
            <a:r>
              <a:rPr lang="en-US" sz="1200" b="0" i="0" dirty="0" err="1">
                <a:solidFill>
                  <a:srgbClr val="0A0A0A"/>
                </a:solidFill>
                <a:effectLst/>
                <a:highlight>
                  <a:srgbClr val="FFFFFF"/>
                </a:highlight>
                <a:latin typeface="Calibri" panose="020F0502020204030204" pitchFamily="34" charset="0"/>
                <a:cs typeface="Calibri" panose="020F0502020204030204" pitchFamily="34" charset="0"/>
              </a:rPr>
              <a:t>ProductID</a:t>
            </a:r>
            <a:r>
              <a:rPr lang="en-US" sz="1200" b="0" i="0" dirty="0">
                <a:solidFill>
                  <a:srgbClr val="0A0A0A"/>
                </a:solidFill>
                <a:effectLst/>
                <a:highlight>
                  <a:srgbClr val="FFFFFF"/>
                </a:highlight>
                <a:latin typeface="Calibri" panose="020F0502020204030204" pitchFamily="34" charset="0"/>
                <a:cs typeface="Calibri" panose="020F0502020204030204" pitchFamily="34" charset="0"/>
              </a:rPr>
              <a:t>), a </a:t>
            </a:r>
            <a:r>
              <a:rPr lang="en-US" sz="1200" b="0" i="0" dirty="0" err="1">
                <a:solidFill>
                  <a:srgbClr val="0A0A0A"/>
                </a:solidFill>
                <a:effectLst/>
                <a:highlight>
                  <a:srgbClr val="FFFFFF"/>
                </a:highlight>
                <a:latin typeface="Calibri" panose="020F0502020204030204" pitchFamily="34" charset="0"/>
                <a:cs typeface="Calibri" panose="020F0502020204030204" pitchFamily="34" charset="0"/>
              </a:rPr>
              <a:t>ProductPrice</a:t>
            </a:r>
            <a:r>
              <a:rPr lang="en-US" sz="1200" b="0" i="0" dirty="0">
                <a:solidFill>
                  <a:srgbClr val="0A0A0A"/>
                </a:solidFill>
                <a:effectLst/>
                <a:highlight>
                  <a:srgbClr val="FFFFFF"/>
                </a:highlight>
                <a:latin typeface="Calibri" panose="020F0502020204030204" pitchFamily="34" charset="0"/>
                <a:cs typeface="Calibri" panose="020F0502020204030204" pitchFamily="34" charset="0"/>
              </a:rPr>
              <a:t> dependent only on </a:t>
            </a:r>
            <a:r>
              <a:rPr lang="en-US" sz="1200" b="0" i="0" dirty="0" err="1">
                <a:solidFill>
                  <a:srgbClr val="0A0A0A"/>
                </a:solidFill>
                <a:effectLst/>
                <a:highlight>
                  <a:srgbClr val="FFFFFF"/>
                </a:highlight>
                <a:latin typeface="Calibri" panose="020F0502020204030204" pitchFamily="34" charset="0"/>
                <a:cs typeface="Calibri" panose="020F0502020204030204" pitchFamily="34" charset="0"/>
              </a:rPr>
              <a:t>ProductID</a:t>
            </a:r>
            <a:r>
              <a:rPr lang="en-US" sz="1200" b="0" i="0" dirty="0">
                <a:solidFill>
                  <a:srgbClr val="0A0A0A"/>
                </a:solidFill>
                <a:effectLst/>
                <a:highlight>
                  <a:srgbClr val="FFFFFF"/>
                </a:highlight>
                <a:latin typeface="Calibri" panose="020F0502020204030204" pitchFamily="34" charset="0"/>
                <a:cs typeface="Calibri" panose="020F0502020204030204" pitchFamily="34" charset="0"/>
              </a:rPr>
              <a:t> violates 2NF.</a:t>
            </a:r>
            <a:endParaRPr lang="en-US" sz="1100" b="0" i="0" dirty="0">
              <a:solidFill>
                <a:srgbClr val="0A0A0A"/>
              </a:solidFill>
              <a:effectLst/>
              <a:highlight>
                <a:srgbClr val="FFFFFF"/>
              </a:highlight>
              <a:latin typeface="Calibri" panose="020F0502020204030204" pitchFamily="34" charset="0"/>
              <a:cs typeface="Calibri" panose="020F0502020204030204" pitchFamily="34" charset="0"/>
            </a:endParaRPr>
          </a:p>
          <a:p>
            <a:pPr marL="0" indent="0" algn="l">
              <a:buNone/>
            </a:pPr>
            <a:endParaRPr lang="en-US" sz="1100" b="1" i="0" dirty="0">
              <a:solidFill>
                <a:srgbClr val="0A0A0A"/>
              </a:solidFill>
              <a:effectLst/>
              <a:highlight>
                <a:srgbClr val="FFFFFF"/>
              </a:highlight>
              <a:latin typeface="Google Sans"/>
            </a:endParaRPr>
          </a:p>
          <a:p>
            <a:pPr marL="0" indent="0" algn="l">
              <a:buNone/>
            </a:pPr>
            <a:r>
              <a:rPr lang="en-US" sz="1200" b="1" i="0" dirty="0">
                <a:solidFill>
                  <a:srgbClr val="0A0A0A"/>
                </a:solidFill>
                <a:effectLst/>
                <a:highlight>
                  <a:srgbClr val="FFFFFF"/>
                </a:highlight>
                <a:latin typeface="Google Sans"/>
              </a:rPr>
              <a:t>3. Third Normal Form (3NF): No Transitive Dependency </a:t>
            </a:r>
          </a:p>
          <a:p>
            <a:pPr marL="0" indent="0" algn="l">
              <a:buNone/>
            </a:pPr>
            <a:r>
              <a:rPr lang="en-US" sz="1200" b="1" i="0" dirty="0">
                <a:solidFill>
                  <a:srgbClr val="0A0A0A"/>
                </a:solidFill>
                <a:effectLst/>
                <a:highlight>
                  <a:srgbClr val="FFFFFF"/>
                </a:highlight>
                <a:latin typeface="Google Sans"/>
              </a:rPr>
              <a:t>Definition</a:t>
            </a:r>
            <a:r>
              <a:rPr lang="en-US" sz="1200" b="0" i="0" dirty="0">
                <a:solidFill>
                  <a:srgbClr val="0A0A0A"/>
                </a:solidFill>
                <a:effectLst/>
                <a:highlight>
                  <a:srgbClr val="FFFFFF"/>
                </a:highlight>
                <a:latin typeface="Google Sans"/>
              </a:rPr>
              <a:t>: A table is in 3NF if it is in 2NF and no non-key attribute depends on another non-key attribute (no transitive dependency).</a:t>
            </a:r>
          </a:p>
          <a:p>
            <a:pPr marL="0" indent="0" algn="l">
              <a:buNone/>
            </a:pPr>
            <a:r>
              <a:rPr lang="en-US" sz="1200" b="1" i="0" dirty="0">
                <a:solidFill>
                  <a:srgbClr val="0A0A0A"/>
                </a:solidFill>
                <a:effectLst/>
                <a:highlight>
                  <a:srgbClr val="FFFFFF"/>
                </a:highlight>
                <a:latin typeface="Google Sans"/>
              </a:rPr>
              <a:t>Key Action: </a:t>
            </a:r>
            <a:r>
              <a:rPr lang="en-US" sz="1200" b="0" i="0" dirty="0">
                <a:solidFill>
                  <a:srgbClr val="0A0A0A"/>
                </a:solidFill>
                <a:effectLst/>
                <a:highlight>
                  <a:srgbClr val="FFFFFF"/>
                </a:highlight>
                <a:latin typeface="Google Sans"/>
              </a:rPr>
              <a:t>Ensure all non-key attributes depend only on the primary key, not on other columns.</a:t>
            </a:r>
          </a:p>
          <a:p>
            <a:pPr marL="0" indent="0" algn="l">
              <a:buNone/>
            </a:pPr>
            <a:r>
              <a:rPr lang="en-US" sz="1200" b="1" i="0" dirty="0">
                <a:solidFill>
                  <a:srgbClr val="0A0A0A"/>
                </a:solidFill>
                <a:effectLst/>
                <a:highlight>
                  <a:srgbClr val="FFFFFF"/>
                </a:highlight>
                <a:latin typeface="Google Sans"/>
              </a:rPr>
              <a:t>Scenario</a:t>
            </a:r>
            <a:r>
              <a:rPr lang="en-US" sz="1200" b="0" i="0" dirty="0">
                <a:solidFill>
                  <a:srgbClr val="0A0A0A"/>
                </a:solidFill>
                <a:effectLst/>
                <a:highlight>
                  <a:srgbClr val="FFFFFF"/>
                </a:highlight>
                <a:latin typeface="Google Sans"/>
              </a:rPr>
              <a:t>: In a table (</a:t>
            </a:r>
            <a:r>
              <a:rPr lang="en-US" sz="1200" b="0" i="0" dirty="0" err="1">
                <a:solidFill>
                  <a:srgbClr val="0A0A0A"/>
                </a:solidFill>
                <a:effectLst/>
                <a:highlight>
                  <a:srgbClr val="FFFFFF"/>
                </a:highlight>
                <a:latin typeface="Google Sans"/>
              </a:rPr>
              <a:t>EmployeeID</a:t>
            </a:r>
            <a:r>
              <a:rPr lang="en-US" sz="1200" b="0" i="0" dirty="0">
                <a:solidFill>
                  <a:srgbClr val="0A0A0A"/>
                </a:solidFill>
                <a:effectLst/>
                <a:highlight>
                  <a:srgbClr val="FFFFFF"/>
                </a:highlight>
                <a:latin typeface="Google Sans"/>
              </a:rPr>
              <a:t>, </a:t>
            </a:r>
            <a:r>
              <a:rPr lang="en-US" sz="1200" b="0" i="0" dirty="0" err="1">
                <a:solidFill>
                  <a:srgbClr val="0A0A0A"/>
                </a:solidFill>
                <a:effectLst/>
                <a:highlight>
                  <a:srgbClr val="FFFFFF"/>
                </a:highlight>
                <a:latin typeface="Google Sans"/>
              </a:rPr>
              <a:t>ZipCode</a:t>
            </a:r>
            <a:r>
              <a:rPr lang="en-US" sz="1200" b="0" i="0" dirty="0">
                <a:solidFill>
                  <a:srgbClr val="0A0A0A"/>
                </a:solidFill>
                <a:effectLst/>
                <a:highlight>
                  <a:srgbClr val="FFFFFF"/>
                </a:highlight>
                <a:latin typeface="Google Sans"/>
              </a:rPr>
              <a:t>, City), if City depends on </a:t>
            </a:r>
            <a:r>
              <a:rPr lang="en-US" sz="1200" b="0" i="0" dirty="0" err="1">
                <a:solidFill>
                  <a:srgbClr val="0A0A0A"/>
                </a:solidFill>
                <a:effectLst/>
                <a:highlight>
                  <a:srgbClr val="FFFFFF"/>
                </a:highlight>
                <a:latin typeface="Google Sans"/>
              </a:rPr>
              <a:t>ZipCode</a:t>
            </a:r>
            <a:r>
              <a:rPr lang="en-US" sz="1200" b="0" i="0" dirty="0">
                <a:solidFill>
                  <a:srgbClr val="0A0A0A"/>
                </a:solidFill>
                <a:effectLst/>
                <a:highlight>
                  <a:srgbClr val="FFFFFF"/>
                </a:highlight>
                <a:latin typeface="Google Sans"/>
              </a:rPr>
              <a:t> rather than directly on </a:t>
            </a:r>
            <a:r>
              <a:rPr lang="en-US" sz="1200" b="0" i="0" dirty="0" err="1">
                <a:solidFill>
                  <a:srgbClr val="0A0A0A"/>
                </a:solidFill>
                <a:effectLst/>
                <a:highlight>
                  <a:srgbClr val="FFFFFF"/>
                </a:highlight>
                <a:latin typeface="Google Sans"/>
              </a:rPr>
              <a:t>EmployeeID</a:t>
            </a:r>
            <a:r>
              <a:rPr lang="en-US" sz="1200" b="0" i="0" dirty="0">
                <a:solidFill>
                  <a:srgbClr val="0A0A0A"/>
                </a:solidFill>
                <a:effectLst/>
                <a:highlight>
                  <a:srgbClr val="FFFFFF"/>
                </a:highlight>
                <a:latin typeface="Google Sans"/>
              </a:rPr>
              <a:t>, it violates 3NF. </a:t>
            </a:r>
          </a:p>
          <a:p>
            <a:pPr marL="0" indent="0" algn="l">
              <a:buNone/>
            </a:pPr>
            <a:endParaRPr lang="en-US" sz="1200" dirty="0">
              <a:solidFill>
                <a:srgbClr val="0A0A0A"/>
              </a:solidFill>
              <a:highlight>
                <a:srgbClr val="FFFFFF"/>
              </a:highlight>
              <a:latin typeface="Google Sans"/>
            </a:endParaRPr>
          </a:p>
          <a:p>
            <a:pPr marL="0" indent="0" algn="l">
              <a:buNone/>
            </a:pPr>
            <a:r>
              <a:rPr lang="en-US" sz="1200" b="0" i="0" dirty="0">
                <a:solidFill>
                  <a:srgbClr val="0A0A0A"/>
                </a:solidFill>
                <a:effectLst/>
                <a:highlight>
                  <a:srgbClr val="FFFFFF"/>
                </a:highlight>
                <a:latin typeface="Google Sans"/>
              </a:rPr>
              <a:t>1NF: Data is in a tabular format.</a:t>
            </a:r>
          </a:p>
          <a:p>
            <a:pPr marL="0" indent="0" algn="l">
              <a:buNone/>
            </a:pPr>
            <a:r>
              <a:rPr lang="en-US" sz="1200" b="0" i="0" dirty="0">
                <a:solidFill>
                  <a:srgbClr val="0A0A0A"/>
                </a:solidFill>
                <a:effectLst/>
                <a:highlight>
                  <a:srgbClr val="FFFFFF"/>
                </a:highlight>
                <a:latin typeface="Google Sans"/>
              </a:rPr>
              <a:t>2NF: 1NF + Non-key columns depend on the whole primary key.</a:t>
            </a:r>
          </a:p>
          <a:p>
            <a:pPr marL="0" indent="0" algn="l">
              <a:buNone/>
            </a:pPr>
            <a:r>
              <a:rPr lang="en-US" sz="1200" b="0" i="0" dirty="0">
                <a:solidFill>
                  <a:srgbClr val="0A0A0A"/>
                </a:solidFill>
                <a:effectLst/>
                <a:highlight>
                  <a:srgbClr val="FFFFFF"/>
                </a:highlight>
                <a:latin typeface="Google Sans"/>
              </a:rPr>
              <a:t>3NF: 2NF + Non-key columns depend only on the primary key</a:t>
            </a:r>
          </a:p>
          <a:p>
            <a:pPr marL="0" indent="0" algn="l">
              <a:buNone/>
            </a:pPr>
            <a:endParaRPr lang="en-US" sz="1200" b="0" i="0" dirty="0">
              <a:solidFill>
                <a:srgbClr val="0A0A0A"/>
              </a:solidFill>
              <a:effectLst/>
              <a:highlight>
                <a:srgbClr val="FFFFFF"/>
              </a:highlight>
              <a:latin typeface="Google Sans"/>
            </a:endParaRPr>
          </a:p>
          <a:p>
            <a:pPr marL="0" indent="0" algn="l">
              <a:buNone/>
            </a:pPr>
            <a:endParaRPr lang="en-US" sz="1100" b="0" i="0" dirty="0">
              <a:solidFill>
                <a:srgbClr val="0A0A0A"/>
              </a:solidFill>
              <a:effectLst/>
              <a:highlight>
                <a:srgbClr val="FFFFFF"/>
              </a:highlight>
              <a:latin typeface="Google Sans"/>
            </a:endParaRPr>
          </a:p>
        </p:txBody>
      </p:sp>
    </p:spTree>
    <p:extLst>
      <p:ext uri="{BB962C8B-B14F-4D97-AF65-F5344CB8AC3E}">
        <p14:creationId xmlns:p14="http://schemas.microsoft.com/office/powerpoint/2010/main" val="36156512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DF42646-3ADA-5E81-8770-6CC5B1AA96F5}"/>
              </a:ext>
            </a:extLst>
          </p:cNvPr>
          <p:cNvSpPr>
            <a:spLocks noGrp="1"/>
          </p:cNvSpPr>
          <p:nvPr>
            <p:ph type="title"/>
          </p:nvPr>
        </p:nvSpPr>
        <p:spPr>
          <a:xfrm>
            <a:off x="0" y="95395"/>
            <a:ext cx="10515600" cy="1325563"/>
          </a:xfrm>
        </p:spPr>
        <p:txBody>
          <a:bodyPr>
            <a:normAutofit/>
          </a:bodyPr>
          <a:lstStyle/>
          <a:p>
            <a:r>
              <a:rPr lang="de-DE" sz="4000" dirty="0">
                <a:solidFill>
                  <a:srgbClr val="12151E"/>
                </a:solidFill>
              </a:rPr>
              <a:t>Artikeldaten Grunddaten</a:t>
            </a:r>
            <a:endParaRPr lang="de-DE" sz="4000" dirty="0"/>
          </a:p>
        </p:txBody>
      </p:sp>
      <p:pic>
        <p:nvPicPr>
          <p:cNvPr id="9" name="Content Placeholder 8" descr="A table with numbers and symbols&#10;&#10;Description automatically generated">
            <a:extLst>
              <a:ext uri="{FF2B5EF4-FFF2-40B4-BE49-F238E27FC236}">
                <a16:creationId xmlns:a16="http://schemas.microsoft.com/office/drawing/2014/main" id="{0EC93732-2C5B-A6A1-1D4B-83E6C58A1F67}"/>
              </a:ext>
            </a:extLst>
          </p:cNvPr>
          <p:cNvPicPr>
            <a:picLocks noGrp="1" noChangeAspect="1"/>
          </p:cNvPicPr>
          <p:nvPr>
            <p:ph idx="1"/>
          </p:nvPr>
        </p:nvPicPr>
        <p:blipFill>
          <a:blip r:embed="rId3"/>
          <a:stretch>
            <a:fillRect/>
          </a:stretch>
        </p:blipFill>
        <p:spPr>
          <a:xfrm>
            <a:off x="0" y="1163282"/>
            <a:ext cx="6906862" cy="4531436"/>
          </a:xfrm>
        </p:spPr>
      </p:pic>
      <p:sp>
        <p:nvSpPr>
          <p:cNvPr id="12" name="Rectangle 11">
            <a:extLst>
              <a:ext uri="{FF2B5EF4-FFF2-40B4-BE49-F238E27FC236}">
                <a16:creationId xmlns:a16="http://schemas.microsoft.com/office/drawing/2014/main" id="{B89E4B85-73AD-54A1-E51B-DC3B64DE6B79}"/>
              </a:ext>
            </a:extLst>
          </p:cNvPr>
          <p:cNvSpPr/>
          <p:nvPr/>
        </p:nvSpPr>
        <p:spPr>
          <a:xfrm>
            <a:off x="164839" y="1714829"/>
            <a:ext cx="6646507" cy="287046"/>
          </a:xfrm>
          <a:prstGeom prst="rect">
            <a:avLst/>
          </a:prstGeom>
          <a:noFill/>
          <a:ln w="28575">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solidFill>
                <a:srgbClr val="00B050"/>
              </a:solidFill>
            </a:endParaRPr>
          </a:p>
        </p:txBody>
      </p:sp>
      <p:cxnSp>
        <p:nvCxnSpPr>
          <p:cNvPr id="14" name="Straight Arrow Connector 13">
            <a:extLst>
              <a:ext uri="{FF2B5EF4-FFF2-40B4-BE49-F238E27FC236}">
                <a16:creationId xmlns:a16="http://schemas.microsoft.com/office/drawing/2014/main" id="{D72AF176-AC46-A1FC-D6D6-6A27AD09D43A}"/>
              </a:ext>
            </a:extLst>
          </p:cNvPr>
          <p:cNvCxnSpPr>
            <a:cxnSpLocks/>
            <a:stCxn id="12" idx="3"/>
          </p:cNvCxnSpPr>
          <p:nvPr/>
        </p:nvCxnSpPr>
        <p:spPr>
          <a:xfrm>
            <a:off x="6811346" y="1858352"/>
            <a:ext cx="375016" cy="0"/>
          </a:xfrm>
          <a:prstGeom prst="straightConnector1">
            <a:avLst/>
          </a:prstGeom>
          <a:ln w="28575">
            <a:solidFill>
              <a:srgbClr val="00B050"/>
            </a:solidFill>
            <a:tailEnd type="triangle"/>
          </a:ln>
        </p:spPr>
        <p:style>
          <a:lnRef idx="2">
            <a:schemeClr val="accent1"/>
          </a:lnRef>
          <a:fillRef idx="0">
            <a:schemeClr val="accent1"/>
          </a:fillRef>
          <a:effectRef idx="1">
            <a:schemeClr val="accent1"/>
          </a:effectRef>
          <a:fontRef idx="minor">
            <a:schemeClr val="tx1"/>
          </a:fontRef>
        </p:style>
      </p:cxnSp>
      <p:sp>
        <p:nvSpPr>
          <p:cNvPr id="18" name="TextBox 17">
            <a:extLst>
              <a:ext uri="{FF2B5EF4-FFF2-40B4-BE49-F238E27FC236}">
                <a16:creationId xmlns:a16="http://schemas.microsoft.com/office/drawing/2014/main" id="{124B50DA-589D-2A1B-783C-ADE0AF68F293}"/>
              </a:ext>
            </a:extLst>
          </p:cNvPr>
          <p:cNvSpPr txBox="1"/>
          <p:nvPr/>
        </p:nvSpPr>
        <p:spPr>
          <a:xfrm>
            <a:off x="7186362" y="1163282"/>
            <a:ext cx="4710169" cy="1815882"/>
          </a:xfrm>
          <a:prstGeom prst="rect">
            <a:avLst/>
          </a:prstGeom>
          <a:noFill/>
          <a:ln>
            <a:solidFill>
              <a:schemeClr val="accent6">
                <a:lumMod val="20000"/>
                <a:lumOff val="80000"/>
              </a:schemeClr>
            </a:solidFill>
          </a:ln>
        </p:spPr>
        <p:txBody>
          <a:bodyPr wrap="square" rtlCol="0">
            <a:spAutoFit/>
          </a:bodyPr>
          <a:lstStyle/>
          <a:p>
            <a:r>
              <a:rPr lang="de-DE" sz="1500" dirty="0"/>
              <a:t>Eindeutige Artikelnummer: 147 / 147 Zeilen → keine Duplikate</a:t>
            </a:r>
          </a:p>
          <a:p>
            <a:br>
              <a:rPr lang="de-DE" dirty="0"/>
            </a:br>
            <a:r>
              <a:rPr lang="de-DE" sz="1600" dirty="0"/>
              <a:t>→ </a:t>
            </a:r>
            <a:r>
              <a:rPr lang="de-DE" sz="1600" b="1" dirty="0"/>
              <a:t>Artikelnummer</a:t>
            </a:r>
            <a:r>
              <a:rPr lang="de-DE" sz="1600" dirty="0"/>
              <a:t> = eindeutiger Primärschlüssel (</a:t>
            </a:r>
            <a:r>
              <a:rPr lang="de-DE" sz="1600" b="1" dirty="0"/>
              <a:t>PK</a:t>
            </a:r>
            <a:r>
              <a:rPr lang="de-DE" sz="1600" dirty="0"/>
              <a:t>) der </a:t>
            </a:r>
            <a:r>
              <a:rPr lang="de-DE" sz="1600" b="1" dirty="0"/>
              <a:t>Artikeldaten Grunddaten Tabelle</a:t>
            </a:r>
          </a:p>
          <a:p>
            <a:endParaRPr lang="de-DE" sz="1600" dirty="0"/>
          </a:p>
          <a:p>
            <a:r>
              <a:rPr lang="de-DE" sz="1600" dirty="0"/>
              <a:t>Tot: </a:t>
            </a:r>
            <a:r>
              <a:rPr lang="de-DE" sz="1600" b="1" dirty="0"/>
              <a:t>147 Artikeln</a:t>
            </a:r>
          </a:p>
        </p:txBody>
      </p:sp>
      <p:sp>
        <p:nvSpPr>
          <p:cNvPr id="23" name="TextBox 22">
            <a:extLst>
              <a:ext uri="{FF2B5EF4-FFF2-40B4-BE49-F238E27FC236}">
                <a16:creationId xmlns:a16="http://schemas.microsoft.com/office/drawing/2014/main" id="{0DB6AF21-1EC3-D530-0332-893F09EF8539}"/>
              </a:ext>
            </a:extLst>
          </p:cNvPr>
          <p:cNvSpPr txBox="1"/>
          <p:nvPr/>
        </p:nvSpPr>
        <p:spPr>
          <a:xfrm>
            <a:off x="7186362" y="3429000"/>
            <a:ext cx="4710169" cy="1015663"/>
          </a:xfrm>
          <a:prstGeom prst="rect">
            <a:avLst/>
          </a:prstGeom>
          <a:noFill/>
          <a:ln>
            <a:solidFill>
              <a:schemeClr val="accent6">
                <a:lumMod val="20000"/>
                <a:lumOff val="80000"/>
              </a:schemeClr>
            </a:solidFill>
          </a:ln>
        </p:spPr>
        <p:txBody>
          <a:bodyPr wrap="square" rtlCol="0">
            <a:spAutoFit/>
          </a:bodyPr>
          <a:lstStyle/>
          <a:p>
            <a:r>
              <a:rPr lang="en-US" sz="1200" b="0" i="0" dirty="0">
                <a:solidFill>
                  <a:srgbClr val="0A0A0A"/>
                </a:solidFill>
                <a:effectLst/>
                <a:highlight>
                  <a:srgbClr val="FFFFFF"/>
                </a:highlight>
                <a:latin typeface="Google Sans"/>
              </a:rPr>
              <a:t>⚠️ </a:t>
            </a:r>
            <a:r>
              <a:rPr lang="de-DE" sz="1200" b="1" dirty="0"/>
              <a:t>1NF:</a:t>
            </a:r>
            <a:r>
              <a:rPr lang="de-DE" sz="1200" dirty="0"/>
              <a:t> 13 Einträge in Verpackungsart enthalten den Wert </a:t>
            </a:r>
            <a:r>
              <a:rPr lang="de-DE" sz="1200" b="1" dirty="0"/>
              <a:t>„Flasche, </a:t>
            </a:r>
            <a:r>
              <a:rPr lang="de-DE" sz="1200" b="1" dirty="0" err="1"/>
              <a:t>Mehrweg</a:t>
            </a:r>
            <a:r>
              <a:rPr lang="de-DE" sz="1200" b="1" dirty="0"/>
              <a:t>“</a:t>
            </a:r>
            <a:r>
              <a:rPr lang="de-DE" sz="1200" dirty="0"/>
              <a:t>, der zwei unabhängige Attribute kombiniert — Behältertyp und Rückgabesystem. -&gt; </a:t>
            </a:r>
            <a:r>
              <a:rPr lang="de-DE" sz="1200" b="1" dirty="0"/>
              <a:t>Empfehlung</a:t>
            </a:r>
            <a:r>
              <a:rPr lang="de-DE" sz="1200" dirty="0"/>
              <a:t>: Verpackungsart auf atomare Werte reduzieren und ein separates Attribut-Spalte </a:t>
            </a:r>
            <a:r>
              <a:rPr lang="de-DE" sz="1200" dirty="0" err="1"/>
              <a:t>Mehrweg</a:t>
            </a:r>
            <a:r>
              <a:rPr lang="de-DE" sz="1200" dirty="0"/>
              <a:t> (Ja/Nein) einführen, analog zu Pfandpflicht.</a:t>
            </a:r>
            <a:endParaRPr lang="de-DE" sz="1200" b="1" dirty="0"/>
          </a:p>
        </p:txBody>
      </p:sp>
      <p:sp>
        <p:nvSpPr>
          <p:cNvPr id="24" name="TextBox 23">
            <a:extLst>
              <a:ext uri="{FF2B5EF4-FFF2-40B4-BE49-F238E27FC236}">
                <a16:creationId xmlns:a16="http://schemas.microsoft.com/office/drawing/2014/main" id="{8FF73826-EA9E-D14B-E998-D75EB11E667D}"/>
              </a:ext>
            </a:extLst>
          </p:cNvPr>
          <p:cNvSpPr txBox="1"/>
          <p:nvPr/>
        </p:nvSpPr>
        <p:spPr>
          <a:xfrm>
            <a:off x="7186361" y="4491816"/>
            <a:ext cx="4710169" cy="276999"/>
          </a:xfrm>
          <a:prstGeom prst="rect">
            <a:avLst/>
          </a:prstGeom>
          <a:noFill/>
          <a:ln>
            <a:solidFill>
              <a:schemeClr val="accent6">
                <a:lumMod val="20000"/>
                <a:lumOff val="80000"/>
              </a:schemeClr>
            </a:solidFill>
          </a:ln>
        </p:spPr>
        <p:txBody>
          <a:bodyPr wrap="square" rtlCol="0">
            <a:spAutoFit/>
          </a:bodyPr>
          <a:lstStyle/>
          <a:p>
            <a:r>
              <a:rPr lang="de-DE" sz="1200" dirty="0"/>
              <a:t>✅</a:t>
            </a:r>
            <a:r>
              <a:rPr lang="en-US" sz="1200" b="0" i="0" dirty="0">
                <a:solidFill>
                  <a:srgbClr val="0A0A0A"/>
                </a:solidFill>
                <a:effectLst/>
                <a:highlight>
                  <a:srgbClr val="FFFFFF"/>
                </a:highlight>
                <a:latin typeface="Google Sans"/>
              </a:rPr>
              <a:t> </a:t>
            </a:r>
            <a:r>
              <a:rPr lang="de-DE" sz="1200" b="1" i="0" dirty="0">
                <a:solidFill>
                  <a:srgbClr val="0A0A0A"/>
                </a:solidFill>
                <a:effectLst/>
                <a:highlight>
                  <a:srgbClr val="FFFFFF"/>
                </a:highlight>
                <a:latin typeface="Google Sans"/>
              </a:rPr>
              <a:t>2</a:t>
            </a:r>
            <a:r>
              <a:rPr lang="de-DE" sz="1200" b="1" dirty="0"/>
              <a:t>NF </a:t>
            </a:r>
            <a:r>
              <a:rPr lang="en-US" sz="1200" dirty="0"/>
              <a:t>(</a:t>
            </a:r>
            <a:r>
              <a:rPr lang="en-US" sz="1200" dirty="0" err="1"/>
              <a:t>vorausgesetzt</a:t>
            </a:r>
            <a:r>
              <a:rPr lang="en-US" sz="1200" dirty="0"/>
              <a:t>, die 1. </a:t>
            </a:r>
            <a:r>
              <a:rPr lang="en-US" sz="1200" dirty="0" err="1"/>
              <a:t>Normalform</a:t>
            </a:r>
            <a:r>
              <a:rPr lang="en-US" sz="1200" dirty="0"/>
              <a:t> </a:t>
            </a:r>
            <a:r>
              <a:rPr lang="en-US" sz="1200" dirty="0" err="1"/>
              <a:t>ist</a:t>
            </a:r>
            <a:r>
              <a:rPr lang="en-US" sz="1200" dirty="0"/>
              <a:t> </a:t>
            </a:r>
            <a:r>
              <a:rPr lang="en-US" sz="1200" dirty="0" err="1"/>
              <a:t>erfüllt</a:t>
            </a:r>
            <a:r>
              <a:rPr lang="en-US" sz="1200" dirty="0"/>
              <a:t>)</a:t>
            </a:r>
          </a:p>
        </p:txBody>
      </p:sp>
      <p:sp>
        <p:nvSpPr>
          <p:cNvPr id="26" name="TextBox 25">
            <a:extLst>
              <a:ext uri="{FF2B5EF4-FFF2-40B4-BE49-F238E27FC236}">
                <a16:creationId xmlns:a16="http://schemas.microsoft.com/office/drawing/2014/main" id="{AC8C9240-7618-F186-D32E-A486D466FCD0}"/>
              </a:ext>
            </a:extLst>
          </p:cNvPr>
          <p:cNvSpPr txBox="1"/>
          <p:nvPr/>
        </p:nvSpPr>
        <p:spPr>
          <a:xfrm>
            <a:off x="7186361" y="4877259"/>
            <a:ext cx="4931228" cy="830997"/>
          </a:xfrm>
          <a:prstGeom prst="rect">
            <a:avLst/>
          </a:prstGeom>
          <a:noFill/>
        </p:spPr>
        <p:txBody>
          <a:bodyPr wrap="square">
            <a:spAutoFit/>
          </a:bodyPr>
          <a:lstStyle/>
          <a:p>
            <a:r>
              <a:rPr lang="de-DE" sz="1200" dirty="0"/>
              <a:t>✅/</a:t>
            </a:r>
            <a:r>
              <a:rPr lang="en-US" sz="1200" b="0" i="0" dirty="0">
                <a:solidFill>
                  <a:srgbClr val="0A0A0A"/>
                </a:solidFill>
                <a:effectLst/>
                <a:highlight>
                  <a:srgbClr val="FFFFFF"/>
                </a:highlight>
                <a:latin typeface="Google Sans"/>
              </a:rPr>
              <a:t> ⚠️</a:t>
            </a:r>
            <a:r>
              <a:rPr lang="de-DE" sz="1200" dirty="0"/>
              <a:t> </a:t>
            </a:r>
            <a:r>
              <a:rPr lang="de-DE" sz="1200" b="1" dirty="0"/>
              <a:t>3NF</a:t>
            </a:r>
            <a:r>
              <a:rPr lang="de-DE" sz="1200" dirty="0"/>
              <a:t>: erfüllt innerhalb der Tabelle. Jedoch: Hersteller wird als Freitext gespeichert, obwohl Lieferantendaten dieselben Entitäten mit einer strukturierten </a:t>
            </a:r>
            <a:r>
              <a:rPr lang="de-DE" sz="1200" dirty="0" err="1"/>
              <a:t>Lieferant_ID</a:t>
            </a:r>
            <a:r>
              <a:rPr lang="de-DE" sz="1200" dirty="0"/>
              <a:t> verwaltet. Empfehlung: Hersteller durch </a:t>
            </a:r>
            <a:r>
              <a:rPr lang="de-DE" sz="1200" dirty="0" err="1"/>
              <a:t>Lieferant_ID</a:t>
            </a:r>
            <a:r>
              <a:rPr lang="de-DE" sz="1200" dirty="0"/>
              <a:t> als Fremdschlüssel ersetzen — analog zu Werksdaten."</a:t>
            </a:r>
          </a:p>
        </p:txBody>
      </p:sp>
    </p:spTree>
    <p:extLst>
      <p:ext uri="{BB962C8B-B14F-4D97-AF65-F5344CB8AC3E}">
        <p14:creationId xmlns:p14="http://schemas.microsoft.com/office/powerpoint/2010/main" val="35769974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0DEA98-0E0B-14A9-4F8A-7F2F9BF6526F}"/>
            </a:ext>
          </a:extLst>
        </p:cNvPr>
        <p:cNvGrpSpPr/>
        <p:nvPr/>
      </p:nvGrpSpPr>
      <p:grpSpPr>
        <a:xfrm>
          <a:off x="0" y="0"/>
          <a:ext cx="0" cy="0"/>
          <a:chOff x="0" y="0"/>
          <a:chExt cx="0" cy="0"/>
        </a:xfrm>
      </p:grpSpPr>
      <p:pic>
        <p:nvPicPr>
          <p:cNvPr id="15" name="Picture 14">
            <a:extLst>
              <a:ext uri="{FF2B5EF4-FFF2-40B4-BE49-F238E27FC236}">
                <a16:creationId xmlns:a16="http://schemas.microsoft.com/office/drawing/2014/main" id="{EBFA4A42-F357-E8BA-FD3F-2AD214182DC3}"/>
              </a:ext>
            </a:extLst>
          </p:cNvPr>
          <p:cNvPicPr>
            <a:picLocks noChangeAspect="1"/>
          </p:cNvPicPr>
          <p:nvPr/>
        </p:nvPicPr>
        <p:blipFill>
          <a:blip r:embed="rId2"/>
          <a:srcRect/>
          <a:stretch/>
        </p:blipFill>
        <p:spPr>
          <a:xfrm>
            <a:off x="2" y="3050084"/>
            <a:ext cx="6018243" cy="3078033"/>
          </a:xfrm>
          <a:prstGeom prst="rect">
            <a:avLst/>
          </a:prstGeom>
        </p:spPr>
      </p:pic>
      <p:pic>
        <p:nvPicPr>
          <p:cNvPr id="11" name="Content Placeholder 10" descr="A screenshot of a graph&#10;&#10;Description automatically generated">
            <a:extLst>
              <a:ext uri="{FF2B5EF4-FFF2-40B4-BE49-F238E27FC236}">
                <a16:creationId xmlns:a16="http://schemas.microsoft.com/office/drawing/2014/main" id="{C9D2EAE4-776B-9FAD-F187-0F99361F8AE2}"/>
              </a:ext>
            </a:extLst>
          </p:cNvPr>
          <p:cNvPicPr>
            <a:picLocks noGrp="1" noChangeAspect="1"/>
          </p:cNvPicPr>
          <p:nvPr>
            <p:ph idx="1"/>
          </p:nvPr>
        </p:nvPicPr>
        <p:blipFill>
          <a:blip r:embed="rId3"/>
          <a:stretch>
            <a:fillRect/>
          </a:stretch>
        </p:blipFill>
        <p:spPr>
          <a:xfrm>
            <a:off x="0" y="1299660"/>
            <a:ext cx="6018245" cy="1716317"/>
          </a:xfrm>
        </p:spPr>
      </p:pic>
      <p:sp>
        <p:nvSpPr>
          <p:cNvPr id="5" name="Title 4">
            <a:extLst>
              <a:ext uri="{FF2B5EF4-FFF2-40B4-BE49-F238E27FC236}">
                <a16:creationId xmlns:a16="http://schemas.microsoft.com/office/drawing/2014/main" id="{8A599578-CC4E-F888-7703-8753FC1BD5E5}"/>
              </a:ext>
            </a:extLst>
          </p:cNvPr>
          <p:cNvSpPr>
            <a:spLocks noGrp="1"/>
          </p:cNvSpPr>
          <p:nvPr>
            <p:ph type="title"/>
          </p:nvPr>
        </p:nvSpPr>
        <p:spPr>
          <a:xfrm>
            <a:off x="0" y="95395"/>
            <a:ext cx="10515600" cy="1325563"/>
          </a:xfrm>
        </p:spPr>
        <p:txBody>
          <a:bodyPr>
            <a:normAutofit/>
          </a:bodyPr>
          <a:lstStyle/>
          <a:p>
            <a:r>
              <a:rPr lang="de-DE" sz="4000" dirty="0">
                <a:solidFill>
                  <a:srgbClr val="12151E"/>
                </a:solidFill>
              </a:rPr>
              <a:t>Kategorisierung</a:t>
            </a:r>
            <a:endParaRPr lang="de-DE" sz="4000" dirty="0"/>
          </a:p>
        </p:txBody>
      </p:sp>
      <p:sp>
        <p:nvSpPr>
          <p:cNvPr id="16" name="Rectangle 15">
            <a:extLst>
              <a:ext uri="{FF2B5EF4-FFF2-40B4-BE49-F238E27FC236}">
                <a16:creationId xmlns:a16="http://schemas.microsoft.com/office/drawing/2014/main" id="{928B37F6-8091-9135-D020-7FF181E87C51}"/>
              </a:ext>
            </a:extLst>
          </p:cNvPr>
          <p:cNvSpPr/>
          <p:nvPr/>
        </p:nvSpPr>
        <p:spPr>
          <a:xfrm>
            <a:off x="0" y="1787898"/>
            <a:ext cx="5952931" cy="246175"/>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solidFill>
                <a:srgbClr val="00B050"/>
              </a:solidFill>
            </a:endParaRPr>
          </a:p>
        </p:txBody>
      </p:sp>
      <p:cxnSp>
        <p:nvCxnSpPr>
          <p:cNvPr id="17" name="Straight Arrow Connector 16">
            <a:extLst>
              <a:ext uri="{FF2B5EF4-FFF2-40B4-BE49-F238E27FC236}">
                <a16:creationId xmlns:a16="http://schemas.microsoft.com/office/drawing/2014/main" id="{3B70E4EE-82F9-BDC7-E316-74364CE58DF8}"/>
              </a:ext>
            </a:extLst>
          </p:cNvPr>
          <p:cNvCxnSpPr>
            <a:cxnSpLocks/>
          </p:cNvCxnSpPr>
          <p:nvPr/>
        </p:nvCxnSpPr>
        <p:spPr>
          <a:xfrm>
            <a:off x="5952931" y="1901655"/>
            <a:ext cx="951722" cy="5589"/>
          </a:xfrm>
          <a:prstGeom prst="straightConnector1">
            <a:avLst/>
          </a:prstGeom>
          <a:ln w="28575">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20" name="Rectangle 19">
            <a:extLst>
              <a:ext uri="{FF2B5EF4-FFF2-40B4-BE49-F238E27FC236}">
                <a16:creationId xmlns:a16="http://schemas.microsoft.com/office/drawing/2014/main" id="{81C6299D-38E7-05C8-C67D-6D78F3469283}"/>
              </a:ext>
            </a:extLst>
          </p:cNvPr>
          <p:cNvSpPr/>
          <p:nvPr/>
        </p:nvSpPr>
        <p:spPr>
          <a:xfrm>
            <a:off x="0" y="3842024"/>
            <a:ext cx="5952931" cy="534033"/>
          </a:xfrm>
          <a:prstGeom prst="rect">
            <a:avLst/>
          </a:prstGeom>
          <a:noFill/>
          <a:ln w="1270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solidFill>
                <a:srgbClr val="00B050"/>
              </a:solidFill>
            </a:endParaRPr>
          </a:p>
        </p:txBody>
      </p:sp>
      <p:sp>
        <p:nvSpPr>
          <p:cNvPr id="23" name="Rectangle 22">
            <a:extLst>
              <a:ext uri="{FF2B5EF4-FFF2-40B4-BE49-F238E27FC236}">
                <a16:creationId xmlns:a16="http://schemas.microsoft.com/office/drawing/2014/main" id="{A68F35E3-CDF0-6AC6-C8E3-2F9EE5B78651}"/>
              </a:ext>
            </a:extLst>
          </p:cNvPr>
          <p:cNvSpPr/>
          <p:nvPr/>
        </p:nvSpPr>
        <p:spPr>
          <a:xfrm>
            <a:off x="-1" y="4589101"/>
            <a:ext cx="5952931" cy="534033"/>
          </a:xfrm>
          <a:prstGeom prst="rect">
            <a:avLst/>
          </a:prstGeom>
          <a:noFill/>
          <a:ln w="1270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solidFill>
                <a:srgbClr val="00B050"/>
              </a:solidFill>
            </a:endParaRPr>
          </a:p>
        </p:txBody>
      </p:sp>
      <p:sp>
        <p:nvSpPr>
          <p:cNvPr id="24" name="Rectangle 23">
            <a:extLst>
              <a:ext uri="{FF2B5EF4-FFF2-40B4-BE49-F238E27FC236}">
                <a16:creationId xmlns:a16="http://schemas.microsoft.com/office/drawing/2014/main" id="{167C888E-B2E4-19E5-7EC7-9407F61F28A0}"/>
              </a:ext>
            </a:extLst>
          </p:cNvPr>
          <p:cNvSpPr/>
          <p:nvPr/>
        </p:nvSpPr>
        <p:spPr>
          <a:xfrm>
            <a:off x="-2" y="5151073"/>
            <a:ext cx="5952931" cy="719138"/>
          </a:xfrm>
          <a:prstGeom prst="rect">
            <a:avLst/>
          </a:prstGeom>
          <a:noFill/>
          <a:ln w="1270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solidFill>
                <a:srgbClr val="00B050"/>
              </a:solidFill>
            </a:endParaRPr>
          </a:p>
        </p:txBody>
      </p:sp>
      <p:sp>
        <p:nvSpPr>
          <p:cNvPr id="25" name="TextBox 24">
            <a:extLst>
              <a:ext uri="{FF2B5EF4-FFF2-40B4-BE49-F238E27FC236}">
                <a16:creationId xmlns:a16="http://schemas.microsoft.com/office/drawing/2014/main" id="{E8B3C307-EB89-7E01-96D0-D8597DFE5ED5}"/>
              </a:ext>
            </a:extLst>
          </p:cNvPr>
          <p:cNvSpPr txBox="1"/>
          <p:nvPr/>
        </p:nvSpPr>
        <p:spPr>
          <a:xfrm>
            <a:off x="6904653" y="1299660"/>
            <a:ext cx="4619067" cy="3323987"/>
          </a:xfrm>
          <a:prstGeom prst="rect">
            <a:avLst/>
          </a:prstGeom>
          <a:noFill/>
        </p:spPr>
        <p:txBody>
          <a:bodyPr wrap="square" rtlCol="0">
            <a:spAutoFit/>
          </a:bodyPr>
          <a:lstStyle/>
          <a:p>
            <a:r>
              <a:rPr lang="de-DE" sz="1500" b="1" dirty="0"/>
              <a:t>Very Critical </a:t>
            </a:r>
            <a:r>
              <a:rPr lang="de-DE" sz="1500" b="1" dirty="0" err="1"/>
              <a:t>table</a:t>
            </a:r>
            <a:r>
              <a:rPr lang="de-DE" sz="1500" dirty="0"/>
              <a:t>. </a:t>
            </a:r>
            <a:r>
              <a:rPr lang="de-DE" sz="1500" dirty="0" err="1"/>
              <a:t>No</a:t>
            </a:r>
            <a:r>
              <a:rPr lang="de-DE" sz="1500" dirty="0"/>
              <a:t> </a:t>
            </a:r>
            <a:r>
              <a:rPr lang="de-DE" sz="1500" dirty="0" err="1"/>
              <a:t>clear</a:t>
            </a:r>
            <a:r>
              <a:rPr lang="de-DE" sz="1500" dirty="0"/>
              <a:t> Primary Key. Artikelnummer </a:t>
            </a:r>
            <a:r>
              <a:rPr lang="de-DE" sz="1500" dirty="0" err="1"/>
              <a:t>has</a:t>
            </a:r>
            <a:r>
              <a:rPr lang="de-DE" sz="1500" dirty="0"/>
              <a:t> 500 </a:t>
            </a:r>
            <a:r>
              <a:rPr lang="de-DE" sz="1500" dirty="0" err="1"/>
              <a:t>rows</a:t>
            </a:r>
            <a:r>
              <a:rPr lang="de-DE" sz="1500" dirty="0"/>
              <a:t> </a:t>
            </a:r>
            <a:r>
              <a:rPr lang="de-DE" sz="1500" dirty="0" err="1"/>
              <a:t>with</a:t>
            </a:r>
            <a:r>
              <a:rPr lang="de-DE" sz="1500" b="1" dirty="0"/>
              <a:t> 323 </a:t>
            </a:r>
            <a:r>
              <a:rPr lang="de-DE" sz="1500" b="1" dirty="0" err="1"/>
              <a:t>unique</a:t>
            </a:r>
            <a:r>
              <a:rPr lang="de-DE" sz="1500" b="1" dirty="0"/>
              <a:t> </a:t>
            </a:r>
            <a:r>
              <a:rPr lang="de-DE" sz="1500" b="1" dirty="0" err="1"/>
              <a:t>values</a:t>
            </a:r>
            <a:r>
              <a:rPr lang="de-DE" sz="1500" b="1" dirty="0"/>
              <a:t>. But </a:t>
            </a:r>
            <a:r>
              <a:rPr lang="de-DE" sz="1500" b="1" dirty="0" err="1"/>
              <a:t>only</a:t>
            </a:r>
            <a:r>
              <a:rPr lang="de-DE" sz="1500" b="1" dirty="0"/>
              <a:t> 147 </a:t>
            </a:r>
            <a:r>
              <a:rPr lang="de-DE" sz="1500" b="1" dirty="0" err="1"/>
              <a:t>articles</a:t>
            </a:r>
            <a:r>
              <a:rPr lang="de-DE" sz="1500" b="1" dirty="0"/>
              <a:t> </a:t>
            </a:r>
            <a:r>
              <a:rPr lang="de-DE" sz="1500" b="1" dirty="0" err="1"/>
              <a:t>exist</a:t>
            </a:r>
            <a:r>
              <a:rPr lang="de-DE" sz="1500" b="1" dirty="0"/>
              <a:t> in Grunddaten! </a:t>
            </a:r>
            <a:r>
              <a:rPr lang="de-DE" sz="1500" dirty="0"/>
              <a:t>This </a:t>
            </a:r>
            <a:r>
              <a:rPr lang="de-DE" sz="1500" dirty="0" err="1"/>
              <a:t>means</a:t>
            </a:r>
            <a:r>
              <a:rPr lang="de-DE" sz="1500" dirty="0"/>
              <a:t> 176 </a:t>
            </a:r>
            <a:r>
              <a:rPr lang="de-DE" sz="1500" dirty="0" err="1"/>
              <a:t>Artikelnnummer</a:t>
            </a:r>
            <a:r>
              <a:rPr lang="de-DE" sz="1500" dirty="0"/>
              <a:t> in Kategorisierung </a:t>
            </a:r>
            <a:r>
              <a:rPr lang="de-DE" sz="1500" dirty="0" err="1"/>
              <a:t>reference</a:t>
            </a:r>
            <a:r>
              <a:rPr lang="de-DE" sz="1500" dirty="0"/>
              <a:t> </a:t>
            </a:r>
            <a:r>
              <a:rPr lang="de-DE" sz="1500" dirty="0" err="1"/>
              <a:t>articles</a:t>
            </a:r>
            <a:r>
              <a:rPr lang="de-DE" sz="1500" dirty="0"/>
              <a:t> </a:t>
            </a:r>
            <a:r>
              <a:rPr lang="de-DE" sz="1500" dirty="0" err="1"/>
              <a:t>that</a:t>
            </a:r>
            <a:r>
              <a:rPr lang="de-DE" sz="1500" dirty="0"/>
              <a:t> </a:t>
            </a:r>
            <a:r>
              <a:rPr lang="de-DE" sz="1500" dirty="0" err="1"/>
              <a:t>don‘t</a:t>
            </a:r>
            <a:r>
              <a:rPr lang="de-DE" sz="1500" dirty="0"/>
              <a:t> </a:t>
            </a:r>
            <a:r>
              <a:rPr lang="de-DE" sz="1500" dirty="0" err="1"/>
              <a:t>exist</a:t>
            </a:r>
            <a:r>
              <a:rPr lang="de-DE" sz="1500" dirty="0"/>
              <a:t> </a:t>
            </a:r>
            <a:r>
              <a:rPr lang="de-DE" sz="1500" dirty="0" err="1"/>
              <a:t>anywhere</a:t>
            </a:r>
            <a:r>
              <a:rPr lang="de-DE" sz="1500" dirty="0"/>
              <a:t> </a:t>
            </a:r>
            <a:r>
              <a:rPr lang="de-DE" sz="1500" dirty="0" err="1"/>
              <a:t>else</a:t>
            </a:r>
            <a:r>
              <a:rPr lang="de-DE" sz="1500" dirty="0"/>
              <a:t>. </a:t>
            </a:r>
            <a:r>
              <a:rPr lang="de-DE" sz="1500" dirty="0">
                <a:sym typeface="Wingdings" pitchFamily="2" charset="2"/>
              </a:rPr>
              <a:t> </a:t>
            </a:r>
            <a:r>
              <a:rPr lang="de-DE" sz="1500" dirty="0" err="1">
                <a:sym typeface="Wingdings" pitchFamily="2" charset="2"/>
              </a:rPr>
              <a:t>they</a:t>
            </a:r>
            <a:r>
              <a:rPr lang="de-DE" sz="1500" dirty="0">
                <a:sym typeface="Wingdings" pitchFamily="2" charset="2"/>
              </a:rPr>
              <a:t> </a:t>
            </a:r>
            <a:r>
              <a:rPr lang="de-DE" sz="1500" dirty="0" err="1">
                <a:sym typeface="Wingdings" pitchFamily="2" charset="2"/>
              </a:rPr>
              <a:t>are</a:t>
            </a:r>
            <a:r>
              <a:rPr lang="de-DE" sz="1500" dirty="0">
                <a:sym typeface="Wingdings" pitchFamily="2" charset="2"/>
              </a:rPr>
              <a:t> </a:t>
            </a:r>
            <a:r>
              <a:rPr lang="de-DE" sz="1500" b="1" dirty="0" err="1">
                <a:sym typeface="Wingdings" pitchFamily="2" charset="2"/>
              </a:rPr>
              <a:t>phantom</a:t>
            </a:r>
            <a:r>
              <a:rPr lang="de-DE" sz="1500" b="1" dirty="0">
                <a:sym typeface="Wingdings" pitchFamily="2" charset="2"/>
              </a:rPr>
              <a:t> </a:t>
            </a:r>
            <a:r>
              <a:rPr lang="de-DE" sz="1500" b="1" dirty="0" err="1">
                <a:sym typeface="Wingdings" pitchFamily="2" charset="2"/>
              </a:rPr>
              <a:t>records</a:t>
            </a:r>
            <a:r>
              <a:rPr lang="de-DE" sz="1500" b="1" dirty="0">
                <a:sym typeface="Wingdings" pitchFamily="2" charset="2"/>
              </a:rPr>
              <a:t> </a:t>
            </a:r>
            <a:r>
              <a:rPr lang="de-DE" sz="1500" dirty="0" err="1">
                <a:sym typeface="Wingdings" pitchFamily="2" charset="2"/>
              </a:rPr>
              <a:t>that</a:t>
            </a:r>
            <a:r>
              <a:rPr lang="de-DE" sz="1500" dirty="0">
                <a:sym typeface="Wingdings" pitchFamily="2" charset="2"/>
              </a:rPr>
              <a:t> </a:t>
            </a:r>
            <a:r>
              <a:rPr lang="de-DE" sz="1500" dirty="0" err="1">
                <a:sym typeface="Wingdings" pitchFamily="2" charset="2"/>
              </a:rPr>
              <a:t>have</a:t>
            </a:r>
            <a:r>
              <a:rPr lang="de-DE" sz="1500" dirty="0">
                <a:sym typeface="Wingdings" pitchFamily="2" charset="2"/>
              </a:rPr>
              <a:t> </a:t>
            </a:r>
            <a:r>
              <a:rPr lang="de-DE" sz="1500" dirty="0" err="1">
                <a:sym typeface="Wingdings" pitchFamily="2" charset="2"/>
              </a:rPr>
              <a:t>no</a:t>
            </a:r>
            <a:r>
              <a:rPr lang="de-DE" sz="1500" dirty="0">
                <a:sym typeface="Wingdings" pitchFamily="2" charset="2"/>
              </a:rPr>
              <a:t> </a:t>
            </a:r>
            <a:r>
              <a:rPr lang="de-DE" sz="1500" dirty="0" err="1">
                <a:sym typeface="Wingdings" pitchFamily="2" charset="2"/>
              </a:rPr>
              <a:t>master</a:t>
            </a:r>
            <a:r>
              <a:rPr lang="de-DE" sz="1500" dirty="0">
                <a:sym typeface="Wingdings" pitchFamily="2" charset="2"/>
              </a:rPr>
              <a:t> </a:t>
            </a:r>
            <a:r>
              <a:rPr lang="de-DE" sz="1500" dirty="0" err="1">
                <a:sym typeface="Wingdings" pitchFamily="2" charset="2"/>
              </a:rPr>
              <a:t>records</a:t>
            </a:r>
            <a:r>
              <a:rPr lang="de-DE" sz="1500" dirty="0">
                <a:sym typeface="Wingdings" pitchFamily="2" charset="2"/>
              </a:rPr>
              <a:t> (Grunddaten).</a:t>
            </a:r>
          </a:p>
          <a:p>
            <a:endParaRPr lang="de-DE" sz="1500" dirty="0"/>
          </a:p>
          <a:p>
            <a:r>
              <a:rPr lang="de-DE" sz="1500" dirty="0"/>
              <a:t>This </a:t>
            </a:r>
            <a:r>
              <a:rPr lang="de-DE" sz="1500" dirty="0" err="1"/>
              <a:t>is</a:t>
            </a:r>
            <a:r>
              <a:rPr lang="de-DE" sz="1500" dirty="0"/>
              <a:t> </a:t>
            </a:r>
            <a:r>
              <a:rPr lang="de-DE" sz="1500" dirty="0" err="1"/>
              <a:t>probably</a:t>
            </a:r>
            <a:r>
              <a:rPr lang="de-DE" sz="1500" dirty="0"/>
              <a:t> </a:t>
            </a:r>
            <a:r>
              <a:rPr lang="de-DE" sz="1500" dirty="0" err="1"/>
              <a:t>the</a:t>
            </a:r>
            <a:r>
              <a:rPr lang="de-DE" sz="1500" dirty="0"/>
              <a:t> „technisches Problem“ </a:t>
            </a:r>
            <a:r>
              <a:rPr lang="de-DE" sz="1500" dirty="0" err="1"/>
              <a:t>the</a:t>
            </a:r>
            <a:r>
              <a:rPr lang="de-DE" sz="1500" dirty="0"/>
              <a:t> Aufgabe </a:t>
            </a:r>
            <a:r>
              <a:rPr lang="de-DE" sz="1500" dirty="0" err="1"/>
              <a:t>description</a:t>
            </a:r>
            <a:r>
              <a:rPr lang="de-DE" sz="1500" dirty="0"/>
              <a:t> </a:t>
            </a:r>
            <a:r>
              <a:rPr lang="de-DE" sz="1500" dirty="0" err="1"/>
              <a:t>reference</a:t>
            </a:r>
            <a:r>
              <a:rPr lang="de-DE" sz="1500" dirty="0"/>
              <a:t>. </a:t>
            </a:r>
          </a:p>
          <a:p>
            <a:endParaRPr lang="de-DE" sz="1500" dirty="0"/>
          </a:p>
          <a:p>
            <a:r>
              <a:rPr lang="de-DE" sz="1500" dirty="0">
                <a:sym typeface="Wingdings" pitchFamily="2" charset="2"/>
              </a:rPr>
              <a:t> In a </a:t>
            </a:r>
            <a:r>
              <a:rPr lang="de-DE" sz="1500" dirty="0" err="1">
                <a:sym typeface="Wingdings" pitchFamily="2" charset="2"/>
              </a:rPr>
              <a:t>properly</a:t>
            </a:r>
            <a:r>
              <a:rPr lang="de-DE" sz="1500" dirty="0">
                <a:sym typeface="Wingdings" pitchFamily="2" charset="2"/>
              </a:rPr>
              <a:t> </a:t>
            </a:r>
            <a:r>
              <a:rPr lang="de-DE" sz="1500" dirty="0" err="1">
                <a:sym typeface="Wingdings" pitchFamily="2" charset="2"/>
              </a:rPr>
              <a:t>governed</a:t>
            </a:r>
            <a:r>
              <a:rPr lang="de-DE" sz="1500" dirty="0">
                <a:sym typeface="Wingdings" pitchFamily="2" charset="2"/>
              </a:rPr>
              <a:t> </a:t>
            </a:r>
            <a:r>
              <a:rPr lang="de-DE" sz="1500" dirty="0" err="1">
                <a:sym typeface="Wingdings" pitchFamily="2" charset="2"/>
              </a:rPr>
              <a:t>databes</a:t>
            </a:r>
            <a:r>
              <a:rPr lang="de-DE" sz="1500" dirty="0">
                <a:sym typeface="Wingdings" pitchFamily="2" charset="2"/>
              </a:rPr>
              <a:t> a </a:t>
            </a:r>
            <a:r>
              <a:rPr lang="de-DE" sz="1500" dirty="0" err="1">
                <a:sym typeface="Wingdings" pitchFamily="2" charset="2"/>
              </a:rPr>
              <a:t>foreign</a:t>
            </a:r>
            <a:r>
              <a:rPr lang="de-DE" sz="1500" dirty="0">
                <a:sym typeface="Wingdings" pitchFamily="2" charset="2"/>
              </a:rPr>
              <a:t> Key </a:t>
            </a:r>
            <a:r>
              <a:rPr lang="de-DE" sz="1500" dirty="0" err="1">
                <a:sym typeface="Wingdings" pitchFamily="2" charset="2"/>
              </a:rPr>
              <a:t>constraint</a:t>
            </a:r>
            <a:r>
              <a:rPr lang="de-DE" sz="1500" dirty="0">
                <a:sym typeface="Wingdings" pitchFamily="2" charset="2"/>
              </a:rPr>
              <a:t> on Artikelnummer </a:t>
            </a:r>
            <a:r>
              <a:rPr lang="de-DE" sz="1500" dirty="0" err="1">
                <a:sym typeface="Wingdings" pitchFamily="2" charset="2"/>
              </a:rPr>
              <a:t>would</a:t>
            </a:r>
            <a:r>
              <a:rPr lang="de-DE" sz="1500" dirty="0">
                <a:sym typeface="Wingdings" pitchFamily="2" charset="2"/>
              </a:rPr>
              <a:t> </a:t>
            </a:r>
            <a:r>
              <a:rPr lang="de-DE" sz="1500" dirty="0" err="1">
                <a:sym typeface="Wingdings" pitchFamily="2" charset="2"/>
              </a:rPr>
              <a:t>have</a:t>
            </a:r>
            <a:r>
              <a:rPr lang="de-DE" sz="1500" dirty="0">
                <a:sym typeface="Wingdings" pitchFamily="2" charset="2"/>
              </a:rPr>
              <a:t> </a:t>
            </a:r>
            <a:r>
              <a:rPr lang="de-DE" sz="1500" dirty="0" err="1">
                <a:sym typeface="Wingdings" pitchFamily="2" charset="2"/>
              </a:rPr>
              <a:t>prevented</a:t>
            </a:r>
            <a:r>
              <a:rPr lang="de-DE" sz="1500" dirty="0">
                <a:sym typeface="Wingdings" pitchFamily="2" charset="2"/>
              </a:rPr>
              <a:t> </a:t>
            </a:r>
            <a:r>
              <a:rPr lang="de-DE" sz="1500" dirty="0" err="1">
                <a:sym typeface="Wingdings" pitchFamily="2" charset="2"/>
              </a:rPr>
              <a:t>this</a:t>
            </a:r>
            <a:r>
              <a:rPr lang="de-DE" sz="1500" dirty="0">
                <a:sym typeface="Wingdings" pitchFamily="2" charset="2"/>
              </a:rPr>
              <a:t> </a:t>
            </a:r>
            <a:r>
              <a:rPr lang="de-DE" sz="1500" dirty="0" err="1">
                <a:sym typeface="Wingdings" pitchFamily="2" charset="2"/>
              </a:rPr>
              <a:t>problem</a:t>
            </a:r>
            <a:r>
              <a:rPr lang="de-DE" sz="1500" dirty="0">
                <a:sym typeface="Wingdings" pitchFamily="2" charset="2"/>
              </a:rPr>
              <a:t> </a:t>
            </a:r>
            <a:r>
              <a:rPr lang="de-DE" sz="1500" dirty="0" err="1">
                <a:sym typeface="Wingdings" pitchFamily="2" charset="2"/>
              </a:rPr>
              <a:t>as</a:t>
            </a:r>
            <a:r>
              <a:rPr lang="de-DE" sz="1500" dirty="0">
                <a:sym typeface="Wingdings" pitchFamily="2" charset="2"/>
              </a:rPr>
              <a:t> </a:t>
            </a:r>
            <a:r>
              <a:rPr lang="de-DE" sz="1500" dirty="0" err="1">
                <a:sym typeface="Wingdings" pitchFamily="2" charset="2"/>
              </a:rPr>
              <a:t>one</a:t>
            </a:r>
            <a:r>
              <a:rPr lang="de-DE" sz="1500" dirty="0">
                <a:sym typeface="Wingdings" pitchFamily="2" charset="2"/>
              </a:rPr>
              <a:t> </a:t>
            </a:r>
            <a:r>
              <a:rPr lang="de-DE" sz="1500" dirty="0" err="1">
                <a:sym typeface="Wingdings" pitchFamily="2" charset="2"/>
              </a:rPr>
              <a:t>shouldn‘t</a:t>
            </a:r>
            <a:r>
              <a:rPr lang="de-DE" sz="1500" dirty="0">
                <a:sym typeface="Wingdings" pitchFamily="2" charset="2"/>
              </a:rPr>
              <a:t> </a:t>
            </a:r>
            <a:r>
              <a:rPr lang="de-DE" sz="1500" dirty="0" err="1">
                <a:sym typeface="Wingdings" pitchFamily="2" charset="2"/>
              </a:rPr>
              <a:t>be</a:t>
            </a:r>
            <a:r>
              <a:rPr lang="de-DE" sz="1500" dirty="0">
                <a:sym typeface="Wingdings" pitchFamily="2" charset="2"/>
              </a:rPr>
              <a:t> </a:t>
            </a:r>
            <a:r>
              <a:rPr lang="de-DE" sz="1500" dirty="0" err="1">
                <a:sym typeface="Wingdings" pitchFamily="2" charset="2"/>
              </a:rPr>
              <a:t>able</a:t>
            </a:r>
            <a:r>
              <a:rPr lang="de-DE" sz="1500" dirty="0">
                <a:sym typeface="Wingdings" pitchFamily="2" charset="2"/>
              </a:rPr>
              <a:t> </a:t>
            </a:r>
            <a:r>
              <a:rPr lang="de-DE" sz="1500" dirty="0" err="1">
                <a:sym typeface="Wingdings" pitchFamily="2" charset="2"/>
              </a:rPr>
              <a:t>to</a:t>
            </a:r>
            <a:r>
              <a:rPr lang="de-DE" sz="1500" dirty="0">
                <a:sym typeface="Wingdings" pitchFamily="2" charset="2"/>
              </a:rPr>
              <a:t> </a:t>
            </a:r>
            <a:r>
              <a:rPr lang="de-DE" sz="1500" dirty="0" err="1">
                <a:sym typeface="Wingdings" pitchFamily="2" charset="2"/>
              </a:rPr>
              <a:t>add</a:t>
            </a:r>
            <a:r>
              <a:rPr lang="de-DE" sz="1500" dirty="0">
                <a:sym typeface="Wingdings" pitchFamily="2" charset="2"/>
              </a:rPr>
              <a:t> a </a:t>
            </a:r>
            <a:r>
              <a:rPr lang="de-DE" sz="1500" dirty="0" err="1">
                <a:sym typeface="Wingdings" pitchFamily="2" charset="2"/>
              </a:rPr>
              <a:t>categorization</a:t>
            </a:r>
            <a:r>
              <a:rPr lang="de-DE" sz="1500" dirty="0">
                <a:sym typeface="Wingdings" pitchFamily="2" charset="2"/>
              </a:rPr>
              <a:t> </a:t>
            </a:r>
            <a:r>
              <a:rPr lang="de-DE" sz="1500" dirty="0" err="1">
                <a:sym typeface="Wingdings" pitchFamily="2" charset="2"/>
              </a:rPr>
              <a:t>row</a:t>
            </a:r>
            <a:r>
              <a:rPr lang="de-DE" sz="1500" dirty="0">
                <a:sym typeface="Wingdings" pitchFamily="2" charset="2"/>
              </a:rPr>
              <a:t> </a:t>
            </a:r>
            <a:r>
              <a:rPr lang="de-DE" sz="1500" dirty="0" err="1">
                <a:sym typeface="Wingdings" pitchFamily="2" charset="2"/>
              </a:rPr>
              <a:t>for</a:t>
            </a:r>
            <a:r>
              <a:rPr lang="de-DE" sz="1500" dirty="0">
                <a:sym typeface="Wingdings" pitchFamily="2" charset="2"/>
              </a:rPr>
              <a:t> an </a:t>
            </a:r>
            <a:r>
              <a:rPr lang="de-DE" sz="1500" dirty="0" err="1">
                <a:sym typeface="Wingdings" pitchFamily="2" charset="2"/>
              </a:rPr>
              <a:t>article</a:t>
            </a:r>
            <a:r>
              <a:rPr lang="de-DE" sz="1500" dirty="0">
                <a:sym typeface="Wingdings" pitchFamily="2" charset="2"/>
              </a:rPr>
              <a:t> </a:t>
            </a:r>
            <a:r>
              <a:rPr lang="de-DE" sz="1500" dirty="0" err="1">
                <a:sym typeface="Wingdings" pitchFamily="2" charset="2"/>
              </a:rPr>
              <a:t>that</a:t>
            </a:r>
            <a:r>
              <a:rPr lang="de-DE" sz="1500" dirty="0">
                <a:sym typeface="Wingdings" pitchFamily="2" charset="2"/>
              </a:rPr>
              <a:t> </a:t>
            </a:r>
            <a:r>
              <a:rPr lang="de-DE" sz="1500" dirty="0" err="1">
                <a:sym typeface="Wingdings" pitchFamily="2" charset="2"/>
              </a:rPr>
              <a:t>doesn‘t</a:t>
            </a:r>
            <a:r>
              <a:rPr lang="de-DE" sz="1500" dirty="0">
                <a:sym typeface="Wingdings" pitchFamily="2" charset="2"/>
              </a:rPr>
              <a:t> </a:t>
            </a:r>
            <a:r>
              <a:rPr lang="de-DE" sz="1500" dirty="0" err="1">
                <a:sym typeface="Wingdings" pitchFamily="2" charset="2"/>
              </a:rPr>
              <a:t>exist</a:t>
            </a:r>
            <a:r>
              <a:rPr lang="de-DE" sz="1500" dirty="0">
                <a:sym typeface="Wingdings" pitchFamily="2" charset="2"/>
              </a:rPr>
              <a:t> in Grunddaten</a:t>
            </a:r>
            <a:endParaRPr lang="de-DE" sz="1500" dirty="0"/>
          </a:p>
        </p:txBody>
      </p:sp>
      <p:sp>
        <p:nvSpPr>
          <p:cNvPr id="27" name="TextBox 26">
            <a:extLst>
              <a:ext uri="{FF2B5EF4-FFF2-40B4-BE49-F238E27FC236}">
                <a16:creationId xmlns:a16="http://schemas.microsoft.com/office/drawing/2014/main" id="{E189D361-091A-C552-1677-B9F2A529525E}"/>
              </a:ext>
            </a:extLst>
          </p:cNvPr>
          <p:cNvSpPr txBox="1"/>
          <p:nvPr/>
        </p:nvSpPr>
        <p:spPr>
          <a:xfrm>
            <a:off x="161652" y="6419259"/>
            <a:ext cx="4429009" cy="553998"/>
          </a:xfrm>
          <a:prstGeom prst="rect">
            <a:avLst/>
          </a:prstGeom>
          <a:noFill/>
        </p:spPr>
        <p:txBody>
          <a:bodyPr wrap="square" rtlCol="0">
            <a:spAutoFit/>
          </a:bodyPr>
          <a:lstStyle/>
          <a:p>
            <a:r>
              <a:rPr lang="de-DE" sz="1500" dirty="0"/>
              <a:t>✅ 1NF</a:t>
            </a:r>
          </a:p>
          <a:p>
            <a:endParaRPr lang="de-DE" sz="1500" dirty="0"/>
          </a:p>
        </p:txBody>
      </p:sp>
      <p:sp>
        <p:nvSpPr>
          <p:cNvPr id="29" name="TextBox 28">
            <a:extLst>
              <a:ext uri="{FF2B5EF4-FFF2-40B4-BE49-F238E27FC236}">
                <a16:creationId xmlns:a16="http://schemas.microsoft.com/office/drawing/2014/main" id="{BD29479D-32E8-8835-7094-76F08D0D9EE9}"/>
              </a:ext>
            </a:extLst>
          </p:cNvPr>
          <p:cNvSpPr txBox="1"/>
          <p:nvPr/>
        </p:nvSpPr>
        <p:spPr>
          <a:xfrm>
            <a:off x="6096000" y="4612977"/>
            <a:ext cx="6204856" cy="738664"/>
          </a:xfrm>
          <a:prstGeom prst="rect">
            <a:avLst/>
          </a:prstGeom>
          <a:noFill/>
        </p:spPr>
        <p:txBody>
          <a:bodyPr wrap="square">
            <a:spAutoFit/>
          </a:bodyPr>
          <a:lstStyle/>
          <a:p>
            <a:r>
              <a:rPr lang="en-US" sz="1400" dirty="0"/>
              <a:t>Same </a:t>
            </a:r>
            <a:r>
              <a:rPr lang="en-US" sz="1400" dirty="0" err="1"/>
              <a:t>artikelnummer</a:t>
            </a:r>
            <a:r>
              <a:rPr lang="en-US" sz="1400" dirty="0"/>
              <a:t> can belong to multiple categories, multiple seasons, multiple target groups — these are three </a:t>
            </a:r>
            <a:r>
              <a:rPr lang="en-US" sz="1400" b="1" dirty="0"/>
              <a:t>independent</a:t>
            </a:r>
            <a:r>
              <a:rPr lang="en-US" sz="1400" dirty="0"/>
              <a:t> many-to-many relationships all crammed into one table. That is the real structural problem.</a:t>
            </a:r>
          </a:p>
        </p:txBody>
      </p:sp>
      <p:sp>
        <p:nvSpPr>
          <p:cNvPr id="35" name="TextBox 34">
            <a:extLst>
              <a:ext uri="{FF2B5EF4-FFF2-40B4-BE49-F238E27FC236}">
                <a16:creationId xmlns:a16="http://schemas.microsoft.com/office/drawing/2014/main" id="{567D9565-D05C-8F35-7C80-F85453EE8EB1}"/>
              </a:ext>
            </a:extLst>
          </p:cNvPr>
          <p:cNvSpPr txBox="1"/>
          <p:nvPr/>
        </p:nvSpPr>
        <p:spPr>
          <a:xfrm>
            <a:off x="6173757" y="5422515"/>
            <a:ext cx="6260840" cy="369332"/>
          </a:xfrm>
          <a:prstGeom prst="rect">
            <a:avLst/>
          </a:prstGeom>
          <a:noFill/>
        </p:spPr>
        <p:txBody>
          <a:bodyPr wrap="square">
            <a:spAutoFit/>
          </a:bodyPr>
          <a:lstStyle/>
          <a:p>
            <a:r>
              <a:rPr lang="en-US" dirty="0"/>
              <a:t>no valid candidate key or composite key!</a:t>
            </a:r>
            <a:endParaRPr lang="de-DE" dirty="0"/>
          </a:p>
        </p:txBody>
      </p:sp>
      <p:sp>
        <p:nvSpPr>
          <p:cNvPr id="37" name="TextBox 36">
            <a:extLst>
              <a:ext uri="{FF2B5EF4-FFF2-40B4-BE49-F238E27FC236}">
                <a16:creationId xmlns:a16="http://schemas.microsoft.com/office/drawing/2014/main" id="{358C87C9-03AE-58F7-3844-D75D7F405F38}"/>
              </a:ext>
            </a:extLst>
          </p:cNvPr>
          <p:cNvSpPr txBox="1"/>
          <p:nvPr/>
        </p:nvSpPr>
        <p:spPr>
          <a:xfrm>
            <a:off x="6173757" y="5772928"/>
            <a:ext cx="5853405" cy="646331"/>
          </a:xfrm>
          <a:prstGeom prst="rect">
            <a:avLst/>
          </a:prstGeom>
          <a:noFill/>
        </p:spPr>
        <p:txBody>
          <a:bodyPr wrap="square">
            <a:spAutoFit/>
          </a:bodyPr>
          <a:lstStyle/>
          <a:p>
            <a:r>
              <a:rPr lang="en-US" dirty="0"/>
              <a:t>Pre-relational violation </a:t>
            </a:r>
            <a:r>
              <a:rPr lang="en-US" dirty="0">
                <a:sym typeface="Wingdings" pitchFamily="2" charset="2"/>
              </a:rPr>
              <a:t> table structure is fundamentally flawed</a:t>
            </a:r>
            <a:endParaRPr lang="de-DE" dirty="0"/>
          </a:p>
        </p:txBody>
      </p:sp>
    </p:spTree>
    <p:extLst>
      <p:ext uri="{BB962C8B-B14F-4D97-AF65-F5344CB8AC3E}">
        <p14:creationId xmlns:p14="http://schemas.microsoft.com/office/powerpoint/2010/main" val="26309876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4">
            <a:extLst>
              <a:ext uri="{FF2B5EF4-FFF2-40B4-BE49-F238E27FC236}">
                <a16:creationId xmlns:a16="http://schemas.microsoft.com/office/drawing/2014/main" id="{A5ED1F17-B3AD-19DD-6381-524ADAF664CE}"/>
              </a:ext>
            </a:extLst>
          </p:cNvPr>
          <p:cNvSpPr>
            <a:spLocks noGrp="1"/>
          </p:cNvSpPr>
          <p:nvPr>
            <p:ph type="title"/>
          </p:nvPr>
        </p:nvSpPr>
        <p:spPr/>
        <p:txBody>
          <a:bodyPr>
            <a:normAutofit/>
          </a:bodyPr>
          <a:lstStyle/>
          <a:p>
            <a:r>
              <a:rPr lang="de-DE" sz="4000" dirty="0">
                <a:solidFill>
                  <a:srgbClr val="12151E"/>
                </a:solidFill>
              </a:rPr>
              <a:t>Kategorisierung 2</a:t>
            </a:r>
            <a:endParaRPr lang="de-DE" sz="4000" dirty="0"/>
          </a:p>
        </p:txBody>
      </p:sp>
      <p:sp>
        <p:nvSpPr>
          <p:cNvPr id="7" name="TextBox 6">
            <a:extLst>
              <a:ext uri="{FF2B5EF4-FFF2-40B4-BE49-F238E27FC236}">
                <a16:creationId xmlns:a16="http://schemas.microsoft.com/office/drawing/2014/main" id="{A8586190-5B87-7E12-0B1D-857A0F1B350E}"/>
              </a:ext>
            </a:extLst>
          </p:cNvPr>
          <p:cNvSpPr txBox="1"/>
          <p:nvPr/>
        </p:nvSpPr>
        <p:spPr>
          <a:xfrm>
            <a:off x="838200" y="1538701"/>
            <a:ext cx="9341498" cy="2677656"/>
          </a:xfrm>
          <a:prstGeom prst="rect">
            <a:avLst/>
          </a:prstGeom>
          <a:noFill/>
        </p:spPr>
        <p:txBody>
          <a:bodyPr wrap="square">
            <a:spAutoFit/>
          </a:bodyPr>
          <a:lstStyle/>
          <a:p>
            <a:r>
              <a:rPr lang="de-DE" sz="1400" dirty="0"/>
              <a:t>Die aktuelle Kategorisierungstabelle verknüpft drei unabhängige </a:t>
            </a:r>
            <a:r>
              <a:rPr lang="de-DE" sz="1400" b="1" dirty="0"/>
              <a:t>Viele-zu-Viele-Beziehungen</a:t>
            </a:r>
            <a:r>
              <a:rPr lang="de-DE" sz="1400" dirty="0"/>
              <a:t> in einer einzigen Tabelle. Dies erzeugt einen falschen Zusammenhang: Eine Zeile wie </a:t>
            </a:r>
            <a:r>
              <a:rPr lang="de-DE" sz="1400" dirty="0">
                <a:solidFill>
                  <a:srgbClr val="C00000"/>
                </a:solidFill>
              </a:rPr>
              <a:t>A0002 | Molkereiprodukte | Premium | Ganzjährig | Senioren</a:t>
            </a:r>
            <a:r>
              <a:rPr lang="de-DE" sz="1400" dirty="0"/>
              <a:t> suggeriert, dass diese fünf Attribute gemeinsam gelten — das ist jedoch nicht zwingend der Fall. Kategorie, Saison und Zielgruppe sind voneinander unabhängige Eigenschaften eines Artikels.</a:t>
            </a:r>
          </a:p>
          <a:p>
            <a:r>
              <a:rPr lang="de-DE" sz="1400" dirty="0"/>
              <a:t>Empfehlung: Aufteilung in drei separate Zuordnungstabellen. </a:t>
            </a:r>
            <a:r>
              <a:rPr lang="en-US" sz="1400" dirty="0"/>
              <a:t>Die </a:t>
            </a:r>
            <a:r>
              <a:rPr lang="en-US" sz="1400" dirty="0" err="1"/>
              <a:t>jeweils</a:t>
            </a:r>
            <a:r>
              <a:rPr lang="en-US" sz="1400" dirty="0"/>
              <a:t> in </a:t>
            </a:r>
            <a:r>
              <a:rPr lang="en-US" sz="1400" dirty="0" err="1"/>
              <a:t>Klammern</a:t>
            </a:r>
            <a:r>
              <a:rPr lang="en-US" sz="1400" dirty="0"/>
              <a:t> </a:t>
            </a:r>
            <a:r>
              <a:rPr lang="en-US" sz="1400" dirty="0" err="1"/>
              <a:t>genannten</a:t>
            </a:r>
            <a:r>
              <a:rPr lang="en-US" sz="1400" dirty="0"/>
              <a:t> Attribute </a:t>
            </a:r>
            <a:r>
              <a:rPr lang="en-US" sz="1400" dirty="0" err="1"/>
              <a:t>bilden</a:t>
            </a:r>
            <a:r>
              <a:rPr lang="en-US" sz="1400" dirty="0"/>
              <a:t> </a:t>
            </a:r>
            <a:r>
              <a:rPr lang="en-US" sz="1400" dirty="0" err="1"/>
              <a:t>gemeinsam</a:t>
            </a:r>
            <a:r>
              <a:rPr lang="en-US" sz="1400" dirty="0"/>
              <a:t> den </a:t>
            </a:r>
            <a:r>
              <a:rPr lang="en-US" sz="1400" dirty="0" err="1"/>
              <a:t>zusammengesetzten</a:t>
            </a:r>
            <a:r>
              <a:rPr lang="en-US" sz="1400" dirty="0"/>
              <a:t> </a:t>
            </a:r>
            <a:r>
              <a:rPr lang="en-US" sz="1400" dirty="0" err="1"/>
              <a:t>Primärschlüssel</a:t>
            </a:r>
            <a:r>
              <a:rPr lang="en-US" sz="1400" dirty="0"/>
              <a:t> der </a:t>
            </a:r>
            <a:r>
              <a:rPr lang="en-US" sz="1400" dirty="0" err="1"/>
              <a:t>Tabelle</a:t>
            </a:r>
            <a:r>
              <a:rPr lang="en-US" sz="1400" dirty="0"/>
              <a:t>:</a:t>
            </a:r>
            <a:endParaRPr lang="de-DE" sz="1400" dirty="0"/>
          </a:p>
          <a:p>
            <a:pPr lvl="1">
              <a:buFont typeface="Arial" panose="020B0604020202020204" pitchFamily="34" charset="0"/>
              <a:buChar char="•"/>
            </a:pPr>
            <a:r>
              <a:rPr lang="de-DE" sz="1400" dirty="0" err="1">
                <a:solidFill>
                  <a:srgbClr val="C00000"/>
                </a:solidFill>
              </a:rPr>
              <a:t>Artikel_Kategorie</a:t>
            </a:r>
            <a:r>
              <a:rPr lang="de-DE" sz="1400" dirty="0">
                <a:solidFill>
                  <a:srgbClr val="C00000"/>
                </a:solidFill>
              </a:rPr>
              <a:t> (Artikelnummer, Kategorie, Unterkategorie) </a:t>
            </a:r>
            <a:r>
              <a:rPr lang="de-DE" sz="1400" dirty="0"/>
              <a:t>— welche Kategorien gehören zu einem Artikel?</a:t>
            </a:r>
          </a:p>
          <a:p>
            <a:pPr lvl="1">
              <a:buFont typeface="Arial" panose="020B0604020202020204" pitchFamily="34" charset="0"/>
              <a:buChar char="•"/>
            </a:pPr>
            <a:r>
              <a:rPr lang="de-DE" sz="1400" dirty="0" err="1">
                <a:solidFill>
                  <a:srgbClr val="C00000"/>
                </a:solidFill>
              </a:rPr>
              <a:t>Artikel_Saison</a:t>
            </a:r>
            <a:r>
              <a:rPr lang="de-DE" sz="1400" dirty="0">
                <a:solidFill>
                  <a:srgbClr val="C00000"/>
                </a:solidFill>
              </a:rPr>
              <a:t> (Artikelnummer, Saison) </a:t>
            </a:r>
            <a:r>
              <a:rPr lang="de-DE" sz="1400" dirty="0"/>
              <a:t>— in welchen Saisons ist ein Artikel verfügbar?</a:t>
            </a:r>
          </a:p>
          <a:p>
            <a:pPr lvl="1">
              <a:buFont typeface="Arial" panose="020B0604020202020204" pitchFamily="34" charset="0"/>
              <a:buChar char="•"/>
            </a:pPr>
            <a:r>
              <a:rPr lang="de-DE" sz="1400" dirty="0" err="1">
                <a:solidFill>
                  <a:srgbClr val="C00000"/>
                </a:solidFill>
              </a:rPr>
              <a:t>Artikel_Zielgruppe</a:t>
            </a:r>
            <a:r>
              <a:rPr lang="de-DE" sz="1400" dirty="0">
                <a:solidFill>
                  <a:srgbClr val="C00000"/>
                </a:solidFill>
              </a:rPr>
              <a:t> (Artikelnummer, Zielgruppe) </a:t>
            </a:r>
            <a:r>
              <a:rPr lang="de-DE" sz="1400" dirty="0"/>
              <a:t>— welche Zielgruppen adressiert ein Artikel?</a:t>
            </a:r>
          </a:p>
          <a:p>
            <a:r>
              <a:rPr lang="de-DE" sz="1400" dirty="0"/>
              <a:t>Jede Tabelle erhält einen zusammengesetzten Primärschlüssel aus ihren beiden Spalten. Die Artikelnummer verweist als Fremdschlüssel auf die Grunddaten. Dadurch werden die drei Beziehungen sauber getrennt, Duplikate vermieden und gezielte Abfragen pro Dimension ermöglicht.</a:t>
            </a:r>
          </a:p>
        </p:txBody>
      </p:sp>
    </p:spTree>
    <p:extLst>
      <p:ext uri="{BB962C8B-B14F-4D97-AF65-F5344CB8AC3E}">
        <p14:creationId xmlns:p14="http://schemas.microsoft.com/office/powerpoint/2010/main" val="31459140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8DB561-D075-1561-0F3C-C5A5E42952B9}"/>
            </a:ext>
          </a:extLst>
        </p:cNvPr>
        <p:cNvGrpSpPr/>
        <p:nvPr/>
      </p:nvGrpSpPr>
      <p:grpSpPr>
        <a:xfrm>
          <a:off x="0" y="0"/>
          <a:ext cx="0" cy="0"/>
          <a:chOff x="0" y="0"/>
          <a:chExt cx="0" cy="0"/>
        </a:xfrm>
      </p:grpSpPr>
      <p:pic>
        <p:nvPicPr>
          <p:cNvPr id="6" name="Content Placeholder 5" descr="A screenshot of a graph&#10;&#10;Description automatically generated">
            <a:extLst>
              <a:ext uri="{FF2B5EF4-FFF2-40B4-BE49-F238E27FC236}">
                <a16:creationId xmlns:a16="http://schemas.microsoft.com/office/drawing/2014/main" id="{21631EFF-8E6E-1F7B-0D83-9F95AAAD82A1}"/>
              </a:ext>
            </a:extLst>
          </p:cNvPr>
          <p:cNvPicPr>
            <a:picLocks noGrp="1" noChangeAspect="1"/>
          </p:cNvPicPr>
          <p:nvPr>
            <p:ph idx="1"/>
          </p:nvPr>
        </p:nvPicPr>
        <p:blipFill>
          <a:blip r:embed="rId3"/>
          <a:stretch>
            <a:fillRect/>
          </a:stretch>
        </p:blipFill>
        <p:spPr>
          <a:xfrm>
            <a:off x="0" y="1420958"/>
            <a:ext cx="7479445" cy="1997934"/>
          </a:xfrm>
        </p:spPr>
      </p:pic>
      <p:sp>
        <p:nvSpPr>
          <p:cNvPr id="5" name="Title 4">
            <a:extLst>
              <a:ext uri="{FF2B5EF4-FFF2-40B4-BE49-F238E27FC236}">
                <a16:creationId xmlns:a16="http://schemas.microsoft.com/office/drawing/2014/main" id="{D4ABB136-1C94-572B-9BB9-9CDAD9C554EC}"/>
              </a:ext>
            </a:extLst>
          </p:cNvPr>
          <p:cNvSpPr>
            <a:spLocks noGrp="1"/>
          </p:cNvSpPr>
          <p:nvPr>
            <p:ph type="title"/>
          </p:nvPr>
        </p:nvSpPr>
        <p:spPr>
          <a:xfrm>
            <a:off x="0" y="95395"/>
            <a:ext cx="10515600" cy="1325563"/>
          </a:xfrm>
        </p:spPr>
        <p:txBody>
          <a:bodyPr>
            <a:normAutofit/>
          </a:bodyPr>
          <a:lstStyle/>
          <a:p>
            <a:r>
              <a:rPr lang="de-DE" sz="4000" dirty="0">
                <a:solidFill>
                  <a:srgbClr val="12151E"/>
                </a:solidFill>
              </a:rPr>
              <a:t>Preise</a:t>
            </a:r>
            <a:endParaRPr lang="de-DE" sz="4000" dirty="0"/>
          </a:p>
        </p:txBody>
      </p:sp>
      <p:sp>
        <p:nvSpPr>
          <p:cNvPr id="12" name="Rectangle 11">
            <a:extLst>
              <a:ext uri="{FF2B5EF4-FFF2-40B4-BE49-F238E27FC236}">
                <a16:creationId xmlns:a16="http://schemas.microsoft.com/office/drawing/2014/main" id="{14C41EB1-0A2C-85A9-B487-D3CE116EA90A}"/>
              </a:ext>
            </a:extLst>
          </p:cNvPr>
          <p:cNvSpPr/>
          <p:nvPr/>
        </p:nvSpPr>
        <p:spPr>
          <a:xfrm>
            <a:off x="135058" y="1989356"/>
            <a:ext cx="7273448" cy="287046"/>
          </a:xfrm>
          <a:prstGeom prst="rect">
            <a:avLst/>
          </a:prstGeom>
          <a:noFill/>
          <a:ln w="28575">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solidFill>
                <a:srgbClr val="00B050"/>
              </a:solidFill>
            </a:endParaRPr>
          </a:p>
        </p:txBody>
      </p:sp>
      <p:cxnSp>
        <p:nvCxnSpPr>
          <p:cNvPr id="14" name="Straight Arrow Connector 13">
            <a:extLst>
              <a:ext uri="{FF2B5EF4-FFF2-40B4-BE49-F238E27FC236}">
                <a16:creationId xmlns:a16="http://schemas.microsoft.com/office/drawing/2014/main" id="{29681F08-C198-4074-785C-0DC2610C3C23}"/>
              </a:ext>
            </a:extLst>
          </p:cNvPr>
          <p:cNvCxnSpPr>
            <a:cxnSpLocks/>
            <a:stCxn id="12" idx="3"/>
          </p:cNvCxnSpPr>
          <p:nvPr/>
        </p:nvCxnSpPr>
        <p:spPr>
          <a:xfrm>
            <a:off x="7408506" y="2132879"/>
            <a:ext cx="363894" cy="0"/>
          </a:xfrm>
          <a:prstGeom prst="straightConnector1">
            <a:avLst/>
          </a:prstGeom>
          <a:ln w="28575">
            <a:solidFill>
              <a:srgbClr val="00B050"/>
            </a:solidFill>
            <a:tailEnd type="triangle"/>
          </a:ln>
        </p:spPr>
        <p:style>
          <a:lnRef idx="2">
            <a:schemeClr val="accent1"/>
          </a:lnRef>
          <a:fillRef idx="0">
            <a:schemeClr val="accent1"/>
          </a:fillRef>
          <a:effectRef idx="1">
            <a:schemeClr val="accent1"/>
          </a:effectRef>
          <a:fontRef idx="minor">
            <a:schemeClr val="tx1"/>
          </a:fontRef>
        </p:style>
      </p:cxnSp>
      <p:sp>
        <p:nvSpPr>
          <p:cNvPr id="18" name="TextBox 17">
            <a:extLst>
              <a:ext uri="{FF2B5EF4-FFF2-40B4-BE49-F238E27FC236}">
                <a16:creationId xmlns:a16="http://schemas.microsoft.com/office/drawing/2014/main" id="{E11BEE7D-81C3-5113-277E-860875BF7375}"/>
              </a:ext>
            </a:extLst>
          </p:cNvPr>
          <p:cNvSpPr txBox="1"/>
          <p:nvPr/>
        </p:nvSpPr>
        <p:spPr>
          <a:xfrm>
            <a:off x="7772400" y="1630626"/>
            <a:ext cx="4419601" cy="1938992"/>
          </a:xfrm>
          <a:prstGeom prst="rect">
            <a:avLst/>
          </a:prstGeom>
          <a:noFill/>
          <a:ln>
            <a:solidFill>
              <a:schemeClr val="accent6">
                <a:lumMod val="20000"/>
                <a:lumOff val="80000"/>
              </a:schemeClr>
            </a:solidFill>
          </a:ln>
        </p:spPr>
        <p:txBody>
          <a:bodyPr wrap="square" rtlCol="0">
            <a:spAutoFit/>
          </a:bodyPr>
          <a:lstStyle/>
          <a:p>
            <a:r>
              <a:rPr lang="de-DE" sz="1500" dirty="0"/>
              <a:t>Vorschlag:</a:t>
            </a:r>
          </a:p>
          <a:p>
            <a:r>
              <a:rPr lang="de-DE" sz="1500" b="1" dirty="0"/>
              <a:t>Zusammengesetzter Primärschlüssel: (Artikelnummer, Währung, </a:t>
            </a:r>
            <a:r>
              <a:rPr lang="de-DE" sz="1500" b="1" dirty="0" err="1"/>
              <a:t>Gültig_ab</a:t>
            </a:r>
            <a:r>
              <a:rPr lang="de-DE" sz="1500" b="1" dirty="0"/>
              <a:t>) </a:t>
            </a:r>
            <a:r>
              <a:rPr lang="de-DE" sz="1500" dirty="0"/>
              <a:t>— ein Artikel kann gleichzeitig Preise in verschiedenen Währungen haben, daher ist die Währung Bestandteil des Schlüssels. (Artikelnummer, </a:t>
            </a:r>
            <a:r>
              <a:rPr lang="de-DE" sz="1500" dirty="0" err="1"/>
              <a:t>Gültig_ab</a:t>
            </a:r>
            <a:r>
              <a:rPr lang="de-DE" sz="1500" dirty="0"/>
              <a:t>) oder (</a:t>
            </a:r>
            <a:r>
              <a:rPr lang="de-DE" sz="1500" dirty="0" err="1"/>
              <a:t>Gültig_ab</a:t>
            </a:r>
            <a:r>
              <a:rPr lang="de-DE" sz="1500" dirty="0"/>
              <a:t>) wäre technisch eindeutig im vorliegenden Datensatz, aber semantisch unvollständig.</a:t>
            </a:r>
          </a:p>
        </p:txBody>
      </p:sp>
      <p:sp>
        <p:nvSpPr>
          <p:cNvPr id="10" name="Rectangle 9">
            <a:extLst>
              <a:ext uri="{FF2B5EF4-FFF2-40B4-BE49-F238E27FC236}">
                <a16:creationId xmlns:a16="http://schemas.microsoft.com/office/drawing/2014/main" id="{9CF9367D-4723-0FFE-12C4-0B71DB30AB23}"/>
              </a:ext>
            </a:extLst>
          </p:cNvPr>
          <p:cNvSpPr/>
          <p:nvPr/>
        </p:nvSpPr>
        <p:spPr>
          <a:xfrm>
            <a:off x="102998" y="2847642"/>
            <a:ext cx="7273448" cy="287046"/>
          </a:xfrm>
          <a:prstGeom prst="rect">
            <a:avLst/>
          </a:prstGeom>
          <a:noFill/>
          <a:ln w="28575">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solidFill>
                <a:srgbClr val="00B050"/>
              </a:solidFill>
            </a:endParaRPr>
          </a:p>
        </p:txBody>
      </p:sp>
      <p:cxnSp>
        <p:nvCxnSpPr>
          <p:cNvPr id="11" name="Straight Arrow Connector 10">
            <a:extLst>
              <a:ext uri="{FF2B5EF4-FFF2-40B4-BE49-F238E27FC236}">
                <a16:creationId xmlns:a16="http://schemas.microsoft.com/office/drawing/2014/main" id="{79D26846-5A6C-3D2A-898B-5238DCBF7E24}"/>
              </a:ext>
            </a:extLst>
          </p:cNvPr>
          <p:cNvCxnSpPr>
            <a:cxnSpLocks/>
          </p:cNvCxnSpPr>
          <p:nvPr/>
        </p:nvCxnSpPr>
        <p:spPr>
          <a:xfrm flipV="1">
            <a:off x="7376446" y="2209079"/>
            <a:ext cx="395954" cy="782086"/>
          </a:xfrm>
          <a:prstGeom prst="straightConnector1">
            <a:avLst/>
          </a:prstGeom>
          <a:ln w="28575">
            <a:solidFill>
              <a:srgbClr val="00B050"/>
            </a:solidFill>
            <a:tailEnd type="triangle"/>
          </a:ln>
        </p:spPr>
        <p:style>
          <a:lnRef idx="2">
            <a:schemeClr val="accent1"/>
          </a:lnRef>
          <a:fillRef idx="0">
            <a:schemeClr val="accent1"/>
          </a:fillRef>
          <a:effectRef idx="1">
            <a:schemeClr val="accent1"/>
          </a:effectRef>
          <a:fontRef idx="minor">
            <a:schemeClr val="tx1"/>
          </a:fontRef>
        </p:style>
      </p:cxnSp>
      <p:sp>
        <p:nvSpPr>
          <p:cNvPr id="17" name="Rectangle 16">
            <a:extLst>
              <a:ext uri="{FF2B5EF4-FFF2-40B4-BE49-F238E27FC236}">
                <a16:creationId xmlns:a16="http://schemas.microsoft.com/office/drawing/2014/main" id="{E841D861-6352-AE62-BC1F-1A9351028DD7}"/>
              </a:ext>
            </a:extLst>
          </p:cNvPr>
          <p:cNvSpPr/>
          <p:nvPr/>
        </p:nvSpPr>
        <p:spPr>
          <a:xfrm>
            <a:off x="102998" y="2563438"/>
            <a:ext cx="7273448" cy="287046"/>
          </a:xfrm>
          <a:prstGeom prst="rect">
            <a:avLst/>
          </a:prstGeom>
          <a:noFill/>
          <a:ln w="28575">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solidFill>
                <a:srgbClr val="00B050"/>
              </a:solidFill>
            </a:endParaRPr>
          </a:p>
        </p:txBody>
      </p:sp>
      <p:sp>
        <p:nvSpPr>
          <p:cNvPr id="20" name="TextBox 19">
            <a:extLst>
              <a:ext uri="{FF2B5EF4-FFF2-40B4-BE49-F238E27FC236}">
                <a16:creationId xmlns:a16="http://schemas.microsoft.com/office/drawing/2014/main" id="{64DD57C7-2EE2-FAE3-27B7-73D14FB46859}"/>
              </a:ext>
            </a:extLst>
          </p:cNvPr>
          <p:cNvSpPr txBox="1"/>
          <p:nvPr/>
        </p:nvSpPr>
        <p:spPr>
          <a:xfrm>
            <a:off x="161732" y="3659542"/>
            <a:ext cx="11884088" cy="2169825"/>
          </a:xfrm>
          <a:prstGeom prst="rect">
            <a:avLst/>
          </a:prstGeom>
          <a:noFill/>
        </p:spPr>
        <p:txBody>
          <a:bodyPr wrap="square">
            <a:spAutoFit/>
          </a:bodyPr>
          <a:lstStyle/>
          <a:p>
            <a:r>
              <a:rPr lang="de-DE" sz="1500" dirty="0"/>
              <a:t> ✅ 1NF</a:t>
            </a:r>
          </a:p>
          <a:p>
            <a:r>
              <a:rPr lang="de-DE" sz="1500" dirty="0"/>
              <a:t>✅ 2NF: erfüllt. UVP und </a:t>
            </a:r>
            <a:r>
              <a:rPr lang="de-DE" sz="1500" dirty="0" err="1"/>
              <a:t>Gültig_bis</a:t>
            </a:r>
            <a:r>
              <a:rPr lang="de-DE" sz="1500" dirty="0"/>
              <a:t> hängen funktional vom vollständigen zusammengesetzten Schlüssel (Artikelnummer, Währung, </a:t>
            </a:r>
            <a:r>
              <a:rPr lang="de-DE" sz="1500" dirty="0" err="1"/>
              <a:t>Gültig_ab</a:t>
            </a:r>
            <a:r>
              <a:rPr lang="de-DE" sz="1500" dirty="0"/>
              <a:t>) ab.</a:t>
            </a:r>
          </a:p>
          <a:p>
            <a:r>
              <a:rPr lang="de-DE" sz="1500" dirty="0"/>
              <a:t>Hinweis: Im vorliegenden Datensatz kommt jedes </a:t>
            </a:r>
            <a:r>
              <a:rPr lang="de-DE" sz="1500" dirty="0" err="1"/>
              <a:t>Gültig_ab</a:t>
            </a:r>
            <a:r>
              <a:rPr lang="de-DE" sz="1500" dirty="0"/>
              <a:t>-Datum zufällig genau einmal vor — </a:t>
            </a:r>
            <a:r>
              <a:rPr lang="de-DE" sz="1500" dirty="0" err="1"/>
              <a:t>Gültig_ab</a:t>
            </a:r>
            <a:r>
              <a:rPr lang="de-DE" sz="1500" dirty="0"/>
              <a:t> allein würde damit technisch bereits UVP und </a:t>
            </a:r>
            <a:r>
              <a:rPr lang="de-DE" sz="1500" dirty="0" err="1"/>
              <a:t>Gültig_bis</a:t>
            </a:r>
            <a:r>
              <a:rPr lang="de-DE" sz="1500" dirty="0"/>
              <a:t> eindeutig bestimmen. Dies ist jedoch ein Datenartefakt, kein echtes Geschäftsgesetz. Empfehlung: mit dem Fachbereich klären, ob gleichzeitige Preisänderungen verschiedener Artikel am selben Datum möglich sind — falls ja, bestätigt dies den zusammengesetzten Schlüssel. Falls nein, wäre </a:t>
            </a:r>
            <a:r>
              <a:rPr lang="de-DE" sz="1500" dirty="0" err="1"/>
              <a:t>Gültig_ab</a:t>
            </a:r>
            <a:r>
              <a:rPr lang="de-DE" sz="1500" dirty="0"/>
              <a:t> allein ein valider einfacher Schlüssel.“</a:t>
            </a:r>
          </a:p>
          <a:p>
            <a:r>
              <a:rPr lang="de-DE" sz="1500" dirty="0"/>
              <a:t>✅ 3NF</a:t>
            </a:r>
          </a:p>
          <a:p>
            <a:endParaRPr lang="de-DE" sz="1500" dirty="0"/>
          </a:p>
          <a:p>
            <a:endParaRPr lang="de-DE" sz="1500" dirty="0"/>
          </a:p>
        </p:txBody>
      </p:sp>
    </p:spTree>
    <p:extLst>
      <p:ext uri="{BB962C8B-B14F-4D97-AF65-F5344CB8AC3E}">
        <p14:creationId xmlns:p14="http://schemas.microsoft.com/office/powerpoint/2010/main" val="21894148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44841B-EFB5-A71B-EEDB-5555A4E23CC0}"/>
            </a:ext>
          </a:extLst>
        </p:cNvPr>
        <p:cNvGrpSpPr/>
        <p:nvPr/>
      </p:nvGrpSpPr>
      <p:grpSpPr>
        <a:xfrm>
          <a:off x="0" y="0"/>
          <a:ext cx="0" cy="0"/>
          <a:chOff x="0" y="0"/>
          <a:chExt cx="0" cy="0"/>
        </a:xfrm>
      </p:grpSpPr>
      <p:pic>
        <p:nvPicPr>
          <p:cNvPr id="6" name="Content Placeholder 5" descr="A screenshot of a graph&#10;&#10;Description automatically generated">
            <a:extLst>
              <a:ext uri="{FF2B5EF4-FFF2-40B4-BE49-F238E27FC236}">
                <a16:creationId xmlns:a16="http://schemas.microsoft.com/office/drawing/2014/main" id="{8B81685D-6231-9BE1-3F7B-EAACF98B4C7E}"/>
              </a:ext>
            </a:extLst>
          </p:cNvPr>
          <p:cNvPicPr>
            <a:picLocks noGrp="1" noChangeAspect="1"/>
          </p:cNvPicPr>
          <p:nvPr>
            <p:ph idx="1"/>
          </p:nvPr>
        </p:nvPicPr>
        <p:blipFill>
          <a:blip r:embed="rId3"/>
          <a:stretch>
            <a:fillRect/>
          </a:stretch>
        </p:blipFill>
        <p:spPr>
          <a:xfrm>
            <a:off x="-8337" y="1102065"/>
            <a:ext cx="6054436" cy="3086742"/>
          </a:xfrm>
        </p:spPr>
      </p:pic>
      <p:sp>
        <p:nvSpPr>
          <p:cNvPr id="5" name="Title 4">
            <a:extLst>
              <a:ext uri="{FF2B5EF4-FFF2-40B4-BE49-F238E27FC236}">
                <a16:creationId xmlns:a16="http://schemas.microsoft.com/office/drawing/2014/main" id="{C74B4FD8-81F4-4DFF-EF6E-5B70C7E48D9D}"/>
              </a:ext>
            </a:extLst>
          </p:cNvPr>
          <p:cNvSpPr>
            <a:spLocks noGrp="1"/>
          </p:cNvSpPr>
          <p:nvPr>
            <p:ph type="title"/>
          </p:nvPr>
        </p:nvSpPr>
        <p:spPr>
          <a:xfrm>
            <a:off x="0" y="95395"/>
            <a:ext cx="10515600" cy="1325563"/>
          </a:xfrm>
        </p:spPr>
        <p:txBody>
          <a:bodyPr>
            <a:normAutofit/>
          </a:bodyPr>
          <a:lstStyle/>
          <a:p>
            <a:r>
              <a:rPr lang="de-DE" sz="4000" dirty="0"/>
              <a:t>Werksdaten</a:t>
            </a:r>
          </a:p>
        </p:txBody>
      </p:sp>
      <p:sp>
        <p:nvSpPr>
          <p:cNvPr id="12" name="Rectangle 11">
            <a:extLst>
              <a:ext uri="{FF2B5EF4-FFF2-40B4-BE49-F238E27FC236}">
                <a16:creationId xmlns:a16="http://schemas.microsoft.com/office/drawing/2014/main" id="{0F00744F-08CD-378B-E565-2BDE3254F06B}"/>
              </a:ext>
            </a:extLst>
          </p:cNvPr>
          <p:cNvSpPr/>
          <p:nvPr/>
        </p:nvSpPr>
        <p:spPr>
          <a:xfrm>
            <a:off x="-8337" y="1522224"/>
            <a:ext cx="6054436" cy="524518"/>
          </a:xfrm>
          <a:prstGeom prst="rect">
            <a:avLst/>
          </a:prstGeom>
          <a:noFill/>
          <a:ln w="28575">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solidFill>
                <a:srgbClr val="00B050"/>
              </a:solidFill>
            </a:endParaRPr>
          </a:p>
        </p:txBody>
      </p:sp>
      <p:cxnSp>
        <p:nvCxnSpPr>
          <p:cNvPr id="14" name="Straight Arrow Connector 13">
            <a:extLst>
              <a:ext uri="{FF2B5EF4-FFF2-40B4-BE49-F238E27FC236}">
                <a16:creationId xmlns:a16="http://schemas.microsoft.com/office/drawing/2014/main" id="{7973CCFF-7B72-913A-907A-4416C723AB43}"/>
              </a:ext>
            </a:extLst>
          </p:cNvPr>
          <p:cNvCxnSpPr>
            <a:cxnSpLocks/>
            <a:stCxn id="12" idx="3"/>
          </p:cNvCxnSpPr>
          <p:nvPr/>
        </p:nvCxnSpPr>
        <p:spPr>
          <a:xfrm>
            <a:off x="6046099" y="1784483"/>
            <a:ext cx="475999" cy="0"/>
          </a:xfrm>
          <a:prstGeom prst="straightConnector1">
            <a:avLst/>
          </a:prstGeom>
          <a:ln w="28575">
            <a:solidFill>
              <a:srgbClr val="00B050"/>
            </a:solidFill>
            <a:tailEnd type="triangle"/>
          </a:ln>
        </p:spPr>
        <p:style>
          <a:lnRef idx="2">
            <a:schemeClr val="accent1"/>
          </a:lnRef>
          <a:fillRef idx="0">
            <a:schemeClr val="accent1"/>
          </a:fillRef>
          <a:effectRef idx="1">
            <a:schemeClr val="accent1"/>
          </a:effectRef>
          <a:fontRef idx="minor">
            <a:schemeClr val="tx1"/>
          </a:fontRef>
        </p:style>
      </p:cxnSp>
      <p:sp>
        <p:nvSpPr>
          <p:cNvPr id="18" name="TextBox 17">
            <a:extLst>
              <a:ext uri="{FF2B5EF4-FFF2-40B4-BE49-F238E27FC236}">
                <a16:creationId xmlns:a16="http://schemas.microsoft.com/office/drawing/2014/main" id="{EEC96547-0AAE-1396-95E7-C5A810EF3AA9}"/>
              </a:ext>
            </a:extLst>
          </p:cNvPr>
          <p:cNvSpPr txBox="1"/>
          <p:nvPr/>
        </p:nvSpPr>
        <p:spPr>
          <a:xfrm>
            <a:off x="6720708" y="1026253"/>
            <a:ext cx="4419601" cy="2631490"/>
          </a:xfrm>
          <a:prstGeom prst="rect">
            <a:avLst/>
          </a:prstGeom>
          <a:noFill/>
          <a:ln>
            <a:solidFill>
              <a:schemeClr val="accent6">
                <a:lumMod val="20000"/>
                <a:lumOff val="80000"/>
              </a:schemeClr>
            </a:solidFill>
          </a:ln>
        </p:spPr>
        <p:txBody>
          <a:bodyPr wrap="square" rtlCol="0">
            <a:spAutoFit/>
          </a:bodyPr>
          <a:lstStyle/>
          <a:p>
            <a:r>
              <a:rPr lang="de-DE" sz="1500" dirty="0"/>
              <a:t>Vorschlag:</a:t>
            </a:r>
            <a:br>
              <a:rPr lang="de-DE" sz="1500" dirty="0"/>
            </a:br>
            <a:r>
              <a:rPr lang="de-DE" sz="1500" dirty="0"/>
              <a:t>Zusammengesetzter Primärschlüssel: (Artikelnummer, Werk) — ein Artikel kann in mehreren Werken gelagert sein, ein Werk enthält mehrere Artikel. Nach Bereinigung der 4 vollständigen Zeilenduplikate verbleiben 3 Konfliktpaare, die manuelle Klärung erfordern, mit widersprüchliche Werte in Status oder </a:t>
            </a:r>
            <a:r>
              <a:rPr lang="de-DE" sz="1500" dirty="0" err="1"/>
              <a:t>Lieferant_ID</a:t>
            </a:r>
            <a:r>
              <a:rPr lang="de-DE" sz="1500" dirty="0"/>
              <a:t>. Diese können nicht automatisch aufgelöst werden und erfordern manuelle Klärung mit dem Fachbereich</a:t>
            </a:r>
            <a:br>
              <a:rPr lang="de-DE" sz="1500" dirty="0"/>
            </a:br>
            <a:endParaRPr lang="de-DE" sz="1500" dirty="0"/>
          </a:p>
        </p:txBody>
      </p:sp>
      <p:sp>
        <p:nvSpPr>
          <p:cNvPr id="17" name="TextBox 16">
            <a:extLst>
              <a:ext uri="{FF2B5EF4-FFF2-40B4-BE49-F238E27FC236}">
                <a16:creationId xmlns:a16="http://schemas.microsoft.com/office/drawing/2014/main" id="{35838080-3B24-30AF-B25D-6C1AA97842A0}"/>
              </a:ext>
            </a:extLst>
          </p:cNvPr>
          <p:cNvSpPr txBox="1"/>
          <p:nvPr/>
        </p:nvSpPr>
        <p:spPr>
          <a:xfrm>
            <a:off x="158246" y="4290073"/>
            <a:ext cx="11187777" cy="2123658"/>
          </a:xfrm>
          <a:prstGeom prst="rect">
            <a:avLst/>
          </a:prstGeom>
          <a:noFill/>
          <a:ln>
            <a:solidFill>
              <a:schemeClr val="accent6">
                <a:lumMod val="20000"/>
                <a:lumOff val="80000"/>
              </a:schemeClr>
            </a:solidFill>
          </a:ln>
        </p:spPr>
        <p:txBody>
          <a:bodyPr wrap="square" rtlCol="0">
            <a:spAutoFit/>
          </a:bodyPr>
          <a:lstStyle/>
          <a:p>
            <a:r>
              <a:rPr lang="de-DE" sz="1200" b="1" dirty="0"/>
              <a:t>❌ 1NF: </a:t>
            </a:r>
            <a:r>
              <a:rPr lang="de-DE" sz="1200" b="1" dirty="0" err="1"/>
              <a:t>Mass_Einheit</a:t>
            </a:r>
            <a:r>
              <a:rPr lang="de-DE" sz="1200" b="1" dirty="0"/>
              <a:t> </a:t>
            </a:r>
            <a:r>
              <a:rPr lang="de-DE" sz="1200" dirty="0"/>
              <a:t>in Werksdaten enthält den Wert </a:t>
            </a:r>
            <a:r>
              <a:rPr lang="de-DE" sz="1200" b="1" dirty="0"/>
              <a:t>'mm (falsch)', </a:t>
            </a:r>
            <a:r>
              <a:rPr lang="de-DE" sz="1200" dirty="0"/>
              <a:t>der Nutzdaten und Metadaten in einem einzigen Feld kombiniert, die Maßeinheit mm und eine Qualitätsannotation (falsch). Empfehlung: Qualitätsannotationen nicht in Datenfeldern speichern, sondern in einem separaten Attribut </a:t>
            </a:r>
            <a:r>
              <a:rPr lang="de-DE" sz="1200" dirty="0" err="1"/>
              <a:t>Mass_Einheit_Flag</a:t>
            </a:r>
            <a:r>
              <a:rPr lang="de-DE" sz="1200" dirty="0"/>
              <a:t> oder über einen dedizierten DQ-Prozess kennzeichnen. --&gt; Die betroffenen Einträge weisen Maßangaben in mm statt cm auf. Sofern dies durch Rücksprache mit dem Fachbereich bestätigt wird, können die Werte durch Multiplikation mit 0,1 auf cm normiert werden. Eine manuelle Überprüfung ist jedoch zwingend erforderlich, bevor eine automatische Konvertierung durchgeführt wird.</a:t>
            </a:r>
          </a:p>
          <a:p>
            <a:endParaRPr lang="de-DE" sz="1200" b="1" dirty="0"/>
          </a:p>
          <a:p>
            <a:r>
              <a:rPr lang="de-DE" sz="1200" b="1" dirty="0"/>
              <a:t>❌ 2NF:</a:t>
            </a:r>
            <a:r>
              <a:rPr lang="de-DE" sz="1200" dirty="0"/>
              <a:t> (vorausgesetzt, die 1. Normalform ist erfüllt &amp; zusammengesetzter Primärschlüssel (Artikelnummer, Werk)) verletzt. Zwei partielle Abhängigkeiten identifiziert:</a:t>
            </a:r>
          </a:p>
          <a:p>
            <a:r>
              <a:rPr lang="de-DE" sz="1200" dirty="0"/>
              <a:t>1. Artikelnummer → </a:t>
            </a:r>
            <a:r>
              <a:rPr lang="de-DE" sz="1200" dirty="0" err="1"/>
              <a:t>Lieferant_ID</a:t>
            </a:r>
            <a:r>
              <a:rPr lang="de-DE" sz="1200" dirty="0"/>
              <a:t>: der Lieferant ist eine Eigenschaft des Artikels, nicht des Artikel-Werk-Paares. </a:t>
            </a:r>
            <a:r>
              <a:rPr lang="de-DE" sz="1200" dirty="0" err="1"/>
              <a:t>Lieferant_ID</a:t>
            </a:r>
            <a:r>
              <a:rPr lang="de-DE" sz="1200" dirty="0"/>
              <a:t> gehört in die Grunddaten oder eine separate Artikel-Lieferanten-Tabelle.</a:t>
            </a:r>
          </a:p>
          <a:p>
            <a:r>
              <a:rPr lang="de-DE" sz="1200" dirty="0"/>
              <a:t>2. Werk → Disponent: der Disponent ist eine Eigenschaft des Werks, nicht des Artikel-Werk-Paares. Empfehlung: separate Werk-Tabelle mit (Werk, Disponent)."</a:t>
            </a:r>
          </a:p>
          <a:p>
            <a:endParaRPr lang="de-DE" sz="1200" b="1" dirty="0"/>
          </a:p>
        </p:txBody>
      </p:sp>
    </p:spTree>
    <p:extLst>
      <p:ext uri="{BB962C8B-B14F-4D97-AF65-F5344CB8AC3E}">
        <p14:creationId xmlns:p14="http://schemas.microsoft.com/office/powerpoint/2010/main" val="21487054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532CFE-8F0F-4545-01E0-ACDDE288D17C}"/>
            </a:ext>
          </a:extLst>
        </p:cNvPr>
        <p:cNvGrpSpPr/>
        <p:nvPr/>
      </p:nvGrpSpPr>
      <p:grpSpPr>
        <a:xfrm>
          <a:off x="0" y="0"/>
          <a:ext cx="0" cy="0"/>
          <a:chOff x="0" y="0"/>
          <a:chExt cx="0" cy="0"/>
        </a:xfrm>
      </p:grpSpPr>
      <p:pic>
        <p:nvPicPr>
          <p:cNvPr id="9" name="Content Placeholder 8" descr="A screenshot of a graph&#10;&#10;Description automatically generated">
            <a:extLst>
              <a:ext uri="{FF2B5EF4-FFF2-40B4-BE49-F238E27FC236}">
                <a16:creationId xmlns:a16="http://schemas.microsoft.com/office/drawing/2014/main" id="{609C0DA7-2AFC-2805-ABA1-C5E206B2B266}"/>
              </a:ext>
            </a:extLst>
          </p:cNvPr>
          <p:cNvPicPr>
            <a:picLocks noGrp="1" noChangeAspect="1"/>
          </p:cNvPicPr>
          <p:nvPr>
            <p:ph idx="1"/>
          </p:nvPr>
        </p:nvPicPr>
        <p:blipFill>
          <a:blip r:embed="rId3"/>
          <a:stretch>
            <a:fillRect/>
          </a:stretch>
        </p:blipFill>
        <p:spPr>
          <a:xfrm>
            <a:off x="0" y="1026189"/>
            <a:ext cx="7705003" cy="3023482"/>
          </a:xfrm>
        </p:spPr>
      </p:pic>
      <p:sp>
        <p:nvSpPr>
          <p:cNvPr id="5" name="Title 4">
            <a:extLst>
              <a:ext uri="{FF2B5EF4-FFF2-40B4-BE49-F238E27FC236}">
                <a16:creationId xmlns:a16="http://schemas.microsoft.com/office/drawing/2014/main" id="{5CFBCEA6-8A21-82CC-B7B2-06FAFD71BEFC}"/>
              </a:ext>
            </a:extLst>
          </p:cNvPr>
          <p:cNvSpPr>
            <a:spLocks noGrp="1"/>
          </p:cNvSpPr>
          <p:nvPr>
            <p:ph type="title"/>
          </p:nvPr>
        </p:nvSpPr>
        <p:spPr>
          <a:xfrm>
            <a:off x="0" y="95395"/>
            <a:ext cx="10515600" cy="1325563"/>
          </a:xfrm>
        </p:spPr>
        <p:txBody>
          <a:bodyPr>
            <a:normAutofit/>
          </a:bodyPr>
          <a:lstStyle/>
          <a:p>
            <a:r>
              <a:rPr lang="de-DE" sz="4000" dirty="0"/>
              <a:t>Lieferantendaten </a:t>
            </a:r>
          </a:p>
        </p:txBody>
      </p:sp>
      <p:sp>
        <p:nvSpPr>
          <p:cNvPr id="12" name="Rectangle 11">
            <a:extLst>
              <a:ext uri="{FF2B5EF4-FFF2-40B4-BE49-F238E27FC236}">
                <a16:creationId xmlns:a16="http://schemas.microsoft.com/office/drawing/2014/main" id="{A6CB4A9D-C657-4AC0-5AA9-EB5475A5E947}"/>
              </a:ext>
            </a:extLst>
          </p:cNvPr>
          <p:cNvSpPr/>
          <p:nvPr/>
        </p:nvSpPr>
        <p:spPr>
          <a:xfrm>
            <a:off x="231244" y="1651518"/>
            <a:ext cx="7373206" cy="298579"/>
          </a:xfrm>
          <a:prstGeom prst="rect">
            <a:avLst/>
          </a:prstGeom>
          <a:noFill/>
          <a:ln w="28575">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solidFill>
                <a:srgbClr val="00B050"/>
              </a:solidFill>
            </a:endParaRPr>
          </a:p>
        </p:txBody>
      </p:sp>
      <p:cxnSp>
        <p:nvCxnSpPr>
          <p:cNvPr id="14" name="Straight Arrow Connector 13">
            <a:extLst>
              <a:ext uri="{FF2B5EF4-FFF2-40B4-BE49-F238E27FC236}">
                <a16:creationId xmlns:a16="http://schemas.microsoft.com/office/drawing/2014/main" id="{A8DB8931-B0F0-97B1-B7E4-0E74FA95943C}"/>
              </a:ext>
            </a:extLst>
          </p:cNvPr>
          <p:cNvCxnSpPr>
            <a:cxnSpLocks/>
            <a:stCxn id="12" idx="3"/>
          </p:cNvCxnSpPr>
          <p:nvPr/>
        </p:nvCxnSpPr>
        <p:spPr>
          <a:xfrm>
            <a:off x="7604450" y="1800808"/>
            <a:ext cx="331796" cy="0"/>
          </a:xfrm>
          <a:prstGeom prst="straightConnector1">
            <a:avLst/>
          </a:prstGeom>
          <a:ln w="28575">
            <a:solidFill>
              <a:srgbClr val="00B050"/>
            </a:solidFill>
            <a:tailEnd type="triangle"/>
          </a:ln>
        </p:spPr>
        <p:style>
          <a:lnRef idx="2">
            <a:schemeClr val="accent1"/>
          </a:lnRef>
          <a:fillRef idx="0">
            <a:schemeClr val="accent1"/>
          </a:fillRef>
          <a:effectRef idx="1">
            <a:schemeClr val="accent1"/>
          </a:effectRef>
          <a:fontRef idx="minor">
            <a:schemeClr val="tx1"/>
          </a:fontRef>
        </p:style>
      </p:cxnSp>
      <p:sp>
        <p:nvSpPr>
          <p:cNvPr id="19" name="TextBox 18">
            <a:extLst>
              <a:ext uri="{FF2B5EF4-FFF2-40B4-BE49-F238E27FC236}">
                <a16:creationId xmlns:a16="http://schemas.microsoft.com/office/drawing/2014/main" id="{73587B3B-0880-FEC3-5A80-45D5D187FC2C}"/>
              </a:ext>
            </a:extLst>
          </p:cNvPr>
          <p:cNvSpPr txBox="1"/>
          <p:nvPr/>
        </p:nvSpPr>
        <p:spPr>
          <a:xfrm>
            <a:off x="7936246" y="1395700"/>
            <a:ext cx="4024512" cy="1938992"/>
          </a:xfrm>
          <a:prstGeom prst="rect">
            <a:avLst/>
          </a:prstGeom>
          <a:noFill/>
        </p:spPr>
        <p:txBody>
          <a:bodyPr wrap="square" rtlCol="0">
            <a:spAutoFit/>
          </a:bodyPr>
          <a:lstStyle/>
          <a:p>
            <a:r>
              <a:rPr lang="de-DE" sz="1500" dirty="0"/>
              <a:t>Eindeutige </a:t>
            </a:r>
            <a:r>
              <a:rPr lang="de-DE" sz="1500" dirty="0" err="1"/>
              <a:t>Lieferant_ID</a:t>
            </a:r>
            <a:r>
              <a:rPr lang="de-DE" sz="1500" dirty="0"/>
              <a:t>: 22 / 22 Zeilen → keine Duplikate</a:t>
            </a:r>
          </a:p>
          <a:p>
            <a:br>
              <a:rPr lang="de-DE" dirty="0"/>
            </a:br>
            <a:r>
              <a:rPr lang="de-DE" sz="1800" dirty="0"/>
              <a:t>→</a:t>
            </a:r>
            <a:r>
              <a:rPr lang="de-DE" dirty="0"/>
              <a:t> </a:t>
            </a:r>
            <a:r>
              <a:rPr lang="de-DE" sz="1800" b="1" dirty="0" err="1"/>
              <a:t>Lieferant_ID</a:t>
            </a:r>
            <a:r>
              <a:rPr lang="de-DE" b="1" dirty="0"/>
              <a:t> </a:t>
            </a:r>
            <a:r>
              <a:rPr lang="de-DE" dirty="0"/>
              <a:t>= eindeutiger Primärschlüssel (</a:t>
            </a:r>
            <a:r>
              <a:rPr lang="de-DE" b="1" dirty="0"/>
              <a:t>PK</a:t>
            </a:r>
            <a:r>
              <a:rPr lang="de-DE" dirty="0"/>
              <a:t>) der </a:t>
            </a:r>
            <a:r>
              <a:rPr lang="de-DE" dirty="0" err="1"/>
              <a:t>Liferantendaten</a:t>
            </a:r>
            <a:r>
              <a:rPr lang="de-DE" dirty="0"/>
              <a:t> Tabelle</a:t>
            </a:r>
          </a:p>
          <a:p>
            <a:endParaRPr lang="de-DE" dirty="0"/>
          </a:p>
        </p:txBody>
      </p:sp>
      <p:sp>
        <p:nvSpPr>
          <p:cNvPr id="23" name="TextBox 22">
            <a:extLst>
              <a:ext uri="{FF2B5EF4-FFF2-40B4-BE49-F238E27FC236}">
                <a16:creationId xmlns:a16="http://schemas.microsoft.com/office/drawing/2014/main" id="{A7101C3C-9904-E285-95A6-4E664D4331FA}"/>
              </a:ext>
            </a:extLst>
          </p:cNvPr>
          <p:cNvSpPr txBox="1"/>
          <p:nvPr/>
        </p:nvSpPr>
        <p:spPr>
          <a:xfrm>
            <a:off x="231244" y="4280231"/>
            <a:ext cx="11058797" cy="830997"/>
          </a:xfrm>
          <a:prstGeom prst="rect">
            <a:avLst/>
          </a:prstGeom>
          <a:noFill/>
          <a:ln>
            <a:solidFill>
              <a:schemeClr val="accent6">
                <a:lumMod val="20000"/>
                <a:lumOff val="80000"/>
              </a:schemeClr>
            </a:solidFill>
          </a:ln>
        </p:spPr>
        <p:txBody>
          <a:bodyPr wrap="square" rtlCol="0">
            <a:spAutoFit/>
          </a:bodyPr>
          <a:lstStyle/>
          <a:p>
            <a:r>
              <a:rPr lang="de-DE" sz="1200" b="0" i="0" dirty="0">
                <a:solidFill>
                  <a:srgbClr val="0A0A0A"/>
                </a:solidFill>
                <a:effectLst/>
                <a:highlight>
                  <a:srgbClr val="FFFFFF"/>
                </a:highlight>
                <a:latin typeface="Google Sans"/>
              </a:rPr>
              <a:t>⚠️ </a:t>
            </a:r>
            <a:r>
              <a:rPr lang="de-DE" sz="1200" b="1" dirty="0"/>
              <a:t>1NF: </a:t>
            </a:r>
            <a:r>
              <a:rPr lang="de-DE" sz="1200" dirty="0"/>
              <a:t>Adresse in Lieferantendaten speichert Straße, Hausnummer, Postleitzahl und Stadt in einem einzigen Feld. Empfehlung: In separate Attribute aufteilen — </a:t>
            </a:r>
            <a:r>
              <a:rPr lang="de-DE" sz="1200" dirty="0" err="1"/>
              <a:t>Strasse</a:t>
            </a:r>
            <a:r>
              <a:rPr lang="de-DE" sz="1200" dirty="0"/>
              <a:t>, Hausnummer, PLZ, Stadt — um gezielte Abfragen und Validierungen zu ermöglichen, z.B. Prüfung ob PLZ zum angegebenen Ort gehört.</a:t>
            </a:r>
          </a:p>
          <a:p>
            <a:r>
              <a:rPr lang="de-DE" sz="1200" b="1" dirty="0">
                <a:sym typeface="Wingdings" pitchFamily="2" charset="2"/>
              </a:rPr>
              <a:t> </a:t>
            </a:r>
            <a:r>
              <a:rPr lang="de-DE" sz="1200" i="1" dirty="0"/>
              <a:t>"Kein formaler 1NF-Verstoß, aber fehlende </a:t>
            </a:r>
            <a:r>
              <a:rPr lang="de-DE" sz="1200" i="1" dirty="0" err="1"/>
              <a:t>Atomarität</a:t>
            </a:r>
            <a:r>
              <a:rPr lang="de-DE" sz="1200" i="1" dirty="0"/>
              <a:t> verhindert Validierung und gezielte Auswertung."</a:t>
            </a:r>
            <a:endParaRPr lang="de-DE" sz="1200" dirty="0"/>
          </a:p>
          <a:p>
            <a:endParaRPr lang="de-DE" sz="1200" b="1" dirty="0"/>
          </a:p>
        </p:txBody>
      </p:sp>
      <p:sp>
        <p:nvSpPr>
          <p:cNvPr id="24" name="TextBox 23">
            <a:extLst>
              <a:ext uri="{FF2B5EF4-FFF2-40B4-BE49-F238E27FC236}">
                <a16:creationId xmlns:a16="http://schemas.microsoft.com/office/drawing/2014/main" id="{E3B472E4-6D38-4536-A5D7-BD660D4E4CEF}"/>
              </a:ext>
            </a:extLst>
          </p:cNvPr>
          <p:cNvSpPr txBox="1"/>
          <p:nvPr/>
        </p:nvSpPr>
        <p:spPr>
          <a:xfrm>
            <a:off x="231244" y="5203288"/>
            <a:ext cx="4710169" cy="276999"/>
          </a:xfrm>
          <a:prstGeom prst="rect">
            <a:avLst/>
          </a:prstGeom>
          <a:noFill/>
          <a:ln>
            <a:solidFill>
              <a:schemeClr val="accent6">
                <a:lumMod val="20000"/>
                <a:lumOff val="80000"/>
              </a:schemeClr>
            </a:solidFill>
          </a:ln>
        </p:spPr>
        <p:txBody>
          <a:bodyPr wrap="square" rtlCol="0">
            <a:spAutoFit/>
          </a:bodyPr>
          <a:lstStyle/>
          <a:p>
            <a:r>
              <a:rPr lang="de-DE" sz="1200" dirty="0"/>
              <a:t>✅</a:t>
            </a:r>
            <a:r>
              <a:rPr lang="de-DE" sz="1200" b="0" i="0" dirty="0">
                <a:solidFill>
                  <a:srgbClr val="0A0A0A"/>
                </a:solidFill>
                <a:effectLst/>
                <a:highlight>
                  <a:srgbClr val="FFFFFF"/>
                </a:highlight>
                <a:latin typeface="Google Sans"/>
              </a:rPr>
              <a:t> </a:t>
            </a:r>
            <a:r>
              <a:rPr lang="de-DE" sz="1200" b="1" i="0" dirty="0">
                <a:solidFill>
                  <a:srgbClr val="0A0A0A"/>
                </a:solidFill>
                <a:effectLst/>
                <a:highlight>
                  <a:srgbClr val="FFFFFF"/>
                </a:highlight>
                <a:latin typeface="Google Sans"/>
              </a:rPr>
              <a:t>2</a:t>
            </a:r>
            <a:r>
              <a:rPr lang="de-DE" sz="1200" b="1" dirty="0"/>
              <a:t>NF </a:t>
            </a:r>
            <a:r>
              <a:rPr lang="de-DE" sz="1200" dirty="0"/>
              <a:t>(vorausgesetzt, die 1. Normalform ist erfüllt)</a:t>
            </a:r>
          </a:p>
        </p:txBody>
      </p:sp>
      <p:sp>
        <p:nvSpPr>
          <p:cNvPr id="25" name="TextBox 24">
            <a:extLst>
              <a:ext uri="{FF2B5EF4-FFF2-40B4-BE49-F238E27FC236}">
                <a16:creationId xmlns:a16="http://schemas.microsoft.com/office/drawing/2014/main" id="{4AA7640E-3A45-94F1-1EE8-E041C9407418}"/>
              </a:ext>
            </a:extLst>
          </p:cNvPr>
          <p:cNvSpPr txBox="1"/>
          <p:nvPr/>
        </p:nvSpPr>
        <p:spPr>
          <a:xfrm>
            <a:off x="231244" y="5572347"/>
            <a:ext cx="4710169" cy="276999"/>
          </a:xfrm>
          <a:prstGeom prst="rect">
            <a:avLst/>
          </a:prstGeom>
          <a:noFill/>
          <a:ln>
            <a:solidFill>
              <a:schemeClr val="accent6">
                <a:lumMod val="20000"/>
                <a:lumOff val="80000"/>
              </a:schemeClr>
            </a:solidFill>
          </a:ln>
        </p:spPr>
        <p:txBody>
          <a:bodyPr wrap="square" rtlCol="0">
            <a:spAutoFit/>
          </a:bodyPr>
          <a:lstStyle/>
          <a:p>
            <a:r>
              <a:rPr lang="de-DE" sz="1200" dirty="0"/>
              <a:t>✅</a:t>
            </a:r>
            <a:r>
              <a:rPr lang="de-DE" sz="1200" b="0" i="0" dirty="0">
                <a:solidFill>
                  <a:srgbClr val="0A0A0A"/>
                </a:solidFill>
                <a:effectLst/>
                <a:highlight>
                  <a:srgbClr val="FFFFFF"/>
                </a:highlight>
                <a:latin typeface="Google Sans"/>
              </a:rPr>
              <a:t> </a:t>
            </a:r>
            <a:r>
              <a:rPr lang="de-DE" sz="1200" b="1" dirty="0">
                <a:solidFill>
                  <a:srgbClr val="0A0A0A"/>
                </a:solidFill>
                <a:highlight>
                  <a:srgbClr val="FFFFFF"/>
                </a:highlight>
                <a:latin typeface="Google Sans"/>
              </a:rPr>
              <a:t>3</a:t>
            </a:r>
            <a:r>
              <a:rPr lang="de-DE" sz="1200" b="1" dirty="0"/>
              <a:t>NF </a:t>
            </a:r>
            <a:r>
              <a:rPr lang="de-DE" sz="1200" dirty="0"/>
              <a:t>(vorausgesetzt, die 1. Normalform ist erfüllt)</a:t>
            </a:r>
          </a:p>
        </p:txBody>
      </p:sp>
    </p:spTree>
    <p:extLst>
      <p:ext uri="{BB962C8B-B14F-4D97-AF65-F5344CB8AC3E}">
        <p14:creationId xmlns:p14="http://schemas.microsoft.com/office/powerpoint/2010/main" val="7895153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3E309C-F839-3142-B97F-8CFA05E0E1CA}"/>
              </a:ext>
            </a:extLst>
          </p:cNvPr>
          <p:cNvSpPr>
            <a:spLocks noGrp="1"/>
          </p:cNvSpPr>
          <p:nvPr>
            <p:ph type="title"/>
          </p:nvPr>
        </p:nvSpPr>
        <p:spPr/>
        <p:txBody>
          <a:bodyPr/>
          <a:lstStyle/>
          <a:p>
            <a:r>
              <a:rPr lang="de-DE" dirty="0" err="1"/>
              <a:t>Normalizierung</a:t>
            </a:r>
            <a:endParaRPr lang="de-DE" dirty="0"/>
          </a:p>
        </p:txBody>
      </p:sp>
      <p:graphicFrame>
        <p:nvGraphicFramePr>
          <p:cNvPr id="5" name="Content Placeholder 4">
            <a:extLst>
              <a:ext uri="{FF2B5EF4-FFF2-40B4-BE49-F238E27FC236}">
                <a16:creationId xmlns:a16="http://schemas.microsoft.com/office/drawing/2014/main" id="{5E223CD5-082F-F77A-F820-90A5024F2834}"/>
              </a:ext>
            </a:extLst>
          </p:cNvPr>
          <p:cNvGraphicFramePr>
            <a:graphicFrameLocks noGrp="1"/>
          </p:cNvGraphicFramePr>
          <p:nvPr>
            <p:ph idx="1"/>
            <p:extLst>
              <p:ext uri="{D42A27DB-BD31-4B8C-83A1-F6EECF244321}">
                <p14:modId xmlns:p14="http://schemas.microsoft.com/office/powerpoint/2010/main" val="904714927"/>
              </p:ext>
            </p:extLst>
          </p:nvPr>
        </p:nvGraphicFramePr>
        <p:xfrm>
          <a:off x="838200" y="1825625"/>
          <a:ext cx="10515600" cy="741680"/>
        </p:xfrm>
        <a:graphic>
          <a:graphicData uri="http://schemas.openxmlformats.org/drawingml/2006/table">
            <a:tbl>
              <a:tblPr firstRow="1" bandRow="1">
                <a:tableStyleId>{5C22544A-7EE6-4342-B048-85BDC9FD1C3A}</a:tableStyleId>
              </a:tblPr>
              <a:tblGrid>
                <a:gridCol w="2103120">
                  <a:extLst>
                    <a:ext uri="{9D8B030D-6E8A-4147-A177-3AD203B41FA5}">
                      <a16:colId xmlns:a16="http://schemas.microsoft.com/office/drawing/2014/main" val="3008942672"/>
                    </a:ext>
                  </a:extLst>
                </a:gridCol>
                <a:gridCol w="2103120">
                  <a:extLst>
                    <a:ext uri="{9D8B030D-6E8A-4147-A177-3AD203B41FA5}">
                      <a16:colId xmlns:a16="http://schemas.microsoft.com/office/drawing/2014/main" val="984542439"/>
                    </a:ext>
                  </a:extLst>
                </a:gridCol>
                <a:gridCol w="2103120">
                  <a:extLst>
                    <a:ext uri="{9D8B030D-6E8A-4147-A177-3AD203B41FA5}">
                      <a16:colId xmlns:a16="http://schemas.microsoft.com/office/drawing/2014/main" val="530137838"/>
                    </a:ext>
                  </a:extLst>
                </a:gridCol>
                <a:gridCol w="2103120">
                  <a:extLst>
                    <a:ext uri="{9D8B030D-6E8A-4147-A177-3AD203B41FA5}">
                      <a16:colId xmlns:a16="http://schemas.microsoft.com/office/drawing/2014/main" val="2522197552"/>
                    </a:ext>
                  </a:extLst>
                </a:gridCol>
                <a:gridCol w="2103120">
                  <a:extLst>
                    <a:ext uri="{9D8B030D-6E8A-4147-A177-3AD203B41FA5}">
                      <a16:colId xmlns:a16="http://schemas.microsoft.com/office/drawing/2014/main" val="4167324781"/>
                    </a:ext>
                  </a:extLst>
                </a:gridCol>
              </a:tblGrid>
              <a:tr h="370840">
                <a:tc>
                  <a:txBody>
                    <a:bodyPr/>
                    <a:lstStyle/>
                    <a:p>
                      <a:endParaRPr lang="de-DE"/>
                    </a:p>
                  </a:txBody>
                  <a:tcPr/>
                </a:tc>
                <a:tc>
                  <a:txBody>
                    <a:bodyPr/>
                    <a:lstStyle/>
                    <a:p>
                      <a:endParaRPr lang="de-DE"/>
                    </a:p>
                  </a:txBody>
                  <a:tcPr/>
                </a:tc>
                <a:tc>
                  <a:txBody>
                    <a:bodyPr/>
                    <a:lstStyle/>
                    <a:p>
                      <a:endParaRPr lang="de-DE"/>
                    </a:p>
                  </a:txBody>
                  <a:tcPr/>
                </a:tc>
                <a:tc>
                  <a:txBody>
                    <a:bodyPr/>
                    <a:lstStyle/>
                    <a:p>
                      <a:endParaRPr lang="de-DE"/>
                    </a:p>
                  </a:txBody>
                  <a:tcPr/>
                </a:tc>
                <a:tc>
                  <a:txBody>
                    <a:bodyPr/>
                    <a:lstStyle/>
                    <a:p>
                      <a:endParaRPr lang="de-DE"/>
                    </a:p>
                  </a:txBody>
                  <a:tcPr/>
                </a:tc>
                <a:extLst>
                  <a:ext uri="{0D108BD9-81ED-4DB2-BD59-A6C34878D82A}">
                    <a16:rowId xmlns:a16="http://schemas.microsoft.com/office/drawing/2014/main" val="364639135"/>
                  </a:ext>
                </a:extLst>
              </a:tr>
              <a:tr h="370840">
                <a:tc>
                  <a:txBody>
                    <a:bodyPr/>
                    <a:lstStyle/>
                    <a:p>
                      <a:endParaRPr lang="de-DE"/>
                    </a:p>
                  </a:txBody>
                  <a:tcPr/>
                </a:tc>
                <a:tc>
                  <a:txBody>
                    <a:bodyPr/>
                    <a:lstStyle/>
                    <a:p>
                      <a:endParaRPr lang="de-DE"/>
                    </a:p>
                  </a:txBody>
                  <a:tcPr/>
                </a:tc>
                <a:tc>
                  <a:txBody>
                    <a:bodyPr/>
                    <a:lstStyle/>
                    <a:p>
                      <a:endParaRPr lang="de-DE"/>
                    </a:p>
                  </a:txBody>
                  <a:tcPr/>
                </a:tc>
                <a:tc>
                  <a:txBody>
                    <a:bodyPr/>
                    <a:lstStyle/>
                    <a:p>
                      <a:endParaRPr lang="de-DE"/>
                    </a:p>
                  </a:txBody>
                  <a:tcPr/>
                </a:tc>
                <a:tc>
                  <a:txBody>
                    <a:bodyPr/>
                    <a:lstStyle/>
                    <a:p>
                      <a:endParaRPr lang="de-DE" dirty="0"/>
                    </a:p>
                  </a:txBody>
                  <a:tcPr/>
                </a:tc>
                <a:extLst>
                  <a:ext uri="{0D108BD9-81ED-4DB2-BD59-A6C34878D82A}">
                    <a16:rowId xmlns:a16="http://schemas.microsoft.com/office/drawing/2014/main" val="1858708607"/>
                  </a:ext>
                </a:extLst>
              </a:tr>
            </a:tbl>
          </a:graphicData>
        </a:graphic>
      </p:graphicFrame>
      <p:graphicFrame>
        <p:nvGraphicFramePr>
          <p:cNvPr id="6" name="Table 5">
            <a:extLst>
              <a:ext uri="{FF2B5EF4-FFF2-40B4-BE49-F238E27FC236}">
                <a16:creationId xmlns:a16="http://schemas.microsoft.com/office/drawing/2014/main" id="{F9BD40EB-E024-92E2-B861-04DB22F19EC0}"/>
              </a:ext>
            </a:extLst>
          </p:cNvPr>
          <p:cNvGraphicFramePr>
            <a:graphicFrameLocks noGrp="1"/>
          </p:cNvGraphicFramePr>
          <p:nvPr/>
        </p:nvGraphicFramePr>
        <p:xfrm>
          <a:off x="1143000" y="3102451"/>
          <a:ext cx="9906000" cy="1797685"/>
        </p:xfrm>
        <a:graphic>
          <a:graphicData uri="http://schemas.openxmlformats.org/drawingml/2006/table">
            <a:tbl>
              <a:tblPr/>
              <a:tblGrid>
                <a:gridCol w="825500">
                  <a:extLst>
                    <a:ext uri="{9D8B030D-6E8A-4147-A177-3AD203B41FA5}">
                      <a16:colId xmlns:a16="http://schemas.microsoft.com/office/drawing/2014/main" val="329284946"/>
                    </a:ext>
                  </a:extLst>
                </a:gridCol>
                <a:gridCol w="825500">
                  <a:extLst>
                    <a:ext uri="{9D8B030D-6E8A-4147-A177-3AD203B41FA5}">
                      <a16:colId xmlns:a16="http://schemas.microsoft.com/office/drawing/2014/main" val="3296145522"/>
                    </a:ext>
                  </a:extLst>
                </a:gridCol>
                <a:gridCol w="825500">
                  <a:extLst>
                    <a:ext uri="{9D8B030D-6E8A-4147-A177-3AD203B41FA5}">
                      <a16:colId xmlns:a16="http://schemas.microsoft.com/office/drawing/2014/main" val="418697586"/>
                    </a:ext>
                  </a:extLst>
                </a:gridCol>
                <a:gridCol w="825500">
                  <a:extLst>
                    <a:ext uri="{9D8B030D-6E8A-4147-A177-3AD203B41FA5}">
                      <a16:colId xmlns:a16="http://schemas.microsoft.com/office/drawing/2014/main" val="1973169447"/>
                    </a:ext>
                  </a:extLst>
                </a:gridCol>
                <a:gridCol w="825500">
                  <a:extLst>
                    <a:ext uri="{9D8B030D-6E8A-4147-A177-3AD203B41FA5}">
                      <a16:colId xmlns:a16="http://schemas.microsoft.com/office/drawing/2014/main" val="229323088"/>
                    </a:ext>
                  </a:extLst>
                </a:gridCol>
                <a:gridCol w="825500">
                  <a:extLst>
                    <a:ext uri="{9D8B030D-6E8A-4147-A177-3AD203B41FA5}">
                      <a16:colId xmlns:a16="http://schemas.microsoft.com/office/drawing/2014/main" val="2152460118"/>
                    </a:ext>
                  </a:extLst>
                </a:gridCol>
                <a:gridCol w="825500">
                  <a:extLst>
                    <a:ext uri="{9D8B030D-6E8A-4147-A177-3AD203B41FA5}">
                      <a16:colId xmlns:a16="http://schemas.microsoft.com/office/drawing/2014/main" val="632309551"/>
                    </a:ext>
                  </a:extLst>
                </a:gridCol>
                <a:gridCol w="825500">
                  <a:extLst>
                    <a:ext uri="{9D8B030D-6E8A-4147-A177-3AD203B41FA5}">
                      <a16:colId xmlns:a16="http://schemas.microsoft.com/office/drawing/2014/main" val="2030860086"/>
                    </a:ext>
                  </a:extLst>
                </a:gridCol>
                <a:gridCol w="825500">
                  <a:extLst>
                    <a:ext uri="{9D8B030D-6E8A-4147-A177-3AD203B41FA5}">
                      <a16:colId xmlns:a16="http://schemas.microsoft.com/office/drawing/2014/main" val="286369449"/>
                    </a:ext>
                  </a:extLst>
                </a:gridCol>
                <a:gridCol w="825500">
                  <a:extLst>
                    <a:ext uri="{9D8B030D-6E8A-4147-A177-3AD203B41FA5}">
                      <a16:colId xmlns:a16="http://schemas.microsoft.com/office/drawing/2014/main" val="227075420"/>
                    </a:ext>
                  </a:extLst>
                </a:gridCol>
                <a:gridCol w="825500">
                  <a:extLst>
                    <a:ext uri="{9D8B030D-6E8A-4147-A177-3AD203B41FA5}">
                      <a16:colId xmlns:a16="http://schemas.microsoft.com/office/drawing/2014/main" val="2045316657"/>
                    </a:ext>
                  </a:extLst>
                </a:gridCol>
                <a:gridCol w="825500">
                  <a:extLst>
                    <a:ext uri="{9D8B030D-6E8A-4147-A177-3AD203B41FA5}">
                      <a16:colId xmlns:a16="http://schemas.microsoft.com/office/drawing/2014/main" val="1741993942"/>
                    </a:ext>
                  </a:extLst>
                </a:gridCol>
              </a:tblGrid>
              <a:tr h="203200">
                <a:tc>
                  <a:txBody>
                    <a:bodyPr/>
                    <a:lstStyle/>
                    <a:p>
                      <a:pPr algn="l" fontAlgn="b"/>
                      <a:r>
                        <a:rPr lang="en-US" sz="1200" b="0" i="0" u="none" strike="noStrike">
                          <a:solidFill>
                            <a:srgbClr val="000000"/>
                          </a:solidFill>
                          <a:effectLst/>
                          <a:latin typeface="Aptos Narrow" panose="020B0004020202020204" pitchFamily="34" charset="0"/>
                        </a:rPr>
                        <a:t>Artikelnummer</a:t>
                      </a:r>
                    </a:p>
                  </a:txBody>
                  <a:tcPr marL="9525" marR="9525" marT="9525" marB="0" anchor="b">
                    <a:lnL>
                      <a:noFill/>
                    </a:lnL>
                    <a:lnR>
                      <a:noFill/>
                    </a:lnR>
                    <a:lnT>
                      <a:noFill/>
                    </a:lnT>
                    <a:lnB>
                      <a:noFill/>
                    </a:lnB>
                    <a:noFill/>
                  </a:tcPr>
                </a:tc>
                <a:tc>
                  <a:txBody>
                    <a:bodyPr/>
                    <a:lstStyle/>
                    <a:p>
                      <a:pPr algn="l" fontAlgn="b"/>
                      <a:r>
                        <a:rPr lang="en-US" sz="1200" b="0" i="0" u="none" strike="noStrike">
                          <a:solidFill>
                            <a:srgbClr val="000000"/>
                          </a:solidFill>
                          <a:effectLst/>
                          <a:latin typeface="Aptos Narrow" panose="020B0004020202020204" pitchFamily="34" charset="0"/>
                        </a:rPr>
                        <a:t>Werk</a:t>
                      </a:r>
                    </a:p>
                  </a:txBody>
                  <a:tcPr marL="9525" marR="9525" marT="9525" marB="0" anchor="b">
                    <a:lnL>
                      <a:noFill/>
                    </a:lnL>
                    <a:lnR>
                      <a:noFill/>
                    </a:lnR>
                    <a:lnT>
                      <a:noFill/>
                    </a:lnT>
                    <a:lnB>
                      <a:noFill/>
                    </a:lnB>
                    <a:noFill/>
                  </a:tcPr>
                </a:tc>
                <a:tc>
                  <a:txBody>
                    <a:bodyPr/>
                    <a:lstStyle/>
                    <a:p>
                      <a:pPr algn="l" fontAlgn="b"/>
                      <a:r>
                        <a:rPr lang="en-US" sz="1200" b="0" i="0" u="none" strike="noStrike">
                          <a:solidFill>
                            <a:srgbClr val="000000"/>
                          </a:solidFill>
                          <a:effectLst/>
                          <a:latin typeface="Aptos Narrow" panose="020B0004020202020204" pitchFamily="34" charset="0"/>
                        </a:rPr>
                        <a:t>Lagerort</a:t>
                      </a:r>
                    </a:p>
                  </a:txBody>
                  <a:tcPr marL="9525" marR="9525" marT="9525" marB="0" anchor="b">
                    <a:lnL>
                      <a:noFill/>
                    </a:lnL>
                    <a:lnR>
                      <a:noFill/>
                    </a:lnR>
                    <a:lnT>
                      <a:noFill/>
                    </a:lnT>
                    <a:lnB>
                      <a:noFill/>
                    </a:lnB>
                    <a:noFill/>
                  </a:tcPr>
                </a:tc>
                <a:tc>
                  <a:txBody>
                    <a:bodyPr/>
                    <a:lstStyle/>
                    <a:p>
                      <a:pPr algn="l" fontAlgn="b"/>
                      <a:r>
                        <a:rPr lang="en-US" sz="1200" b="0" i="0" u="none" strike="noStrike">
                          <a:solidFill>
                            <a:srgbClr val="000000"/>
                          </a:solidFill>
                          <a:effectLst/>
                          <a:latin typeface="Aptos Narrow" panose="020B0004020202020204" pitchFamily="34" charset="0"/>
                        </a:rPr>
                        <a:t>Mindestbestand</a:t>
                      </a:r>
                    </a:p>
                  </a:txBody>
                  <a:tcPr marL="9525" marR="9525" marT="9525" marB="0" anchor="b">
                    <a:lnL>
                      <a:noFill/>
                    </a:lnL>
                    <a:lnR>
                      <a:noFill/>
                    </a:lnR>
                    <a:lnT>
                      <a:noFill/>
                    </a:lnT>
                    <a:lnB>
                      <a:noFill/>
                    </a:lnB>
                    <a:noFill/>
                  </a:tcPr>
                </a:tc>
                <a:tc>
                  <a:txBody>
                    <a:bodyPr/>
                    <a:lstStyle/>
                    <a:p>
                      <a:pPr algn="l" fontAlgn="b"/>
                      <a:r>
                        <a:rPr lang="en-US" sz="1200" b="0" i="0" u="none" strike="noStrike">
                          <a:solidFill>
                            <a:srgbClr val="000000"/>
                          </a:solidFill>
                          <a:effectLst/>
                          <a:latin typeface="Aptos Narrow" panose="020B0004020202020204" pitchFamily="34" charset="0"/>
                        </a:rPr>
                        <a:t>Disponent</a:t>
                      </a:r>
                    </a:p>
                  </a:txBody>
                  <a:tcPr marL="9525" marR="9525" marT="9525" marB="0" anchor="b">
                    <a:lnL>
                      <a:noFill/>
                    </a:lnL>
                    <a:lnR>
                      <a:noFill/>
                    </a:lnR>
                    <a:lnT>
                      <a:noFill/>
                    </a:lnT>
                    <a:lnB>
                      <a:noFill/>
                    </a:lnB>
                    <a:noFill/>
                  </a:tcPr>
                </a:tc>
                <a:tc>
                  <a:txBody>
                    <a:bodyPr/>
                    <a:lstStyle/>
                    <a:p>
                      <a:pPr algn="l" fontAlgn="b"/>
                      <a:r>
                        <a:rPr lang="en-US" sz="1200" b="0" i="0" u="none" strike="noStrike">
                          <a:solidFill>
                            <a:srgbClr val="000000"/>
                          </a:solidFill>
                          <a:effectLst/>
                          <a:latin typeface="Aptos Narrow" panose="020B0004020202020204" pitchFamily="34" charset="0"/>
                        </a:rPr>
                        <a:t>Laenge_cm_werk</a:t>
                      </a:r>
                    </a:p>
                  </a:txBody>
                  <a:tcPr marL="9525" marR="9525" marT="9525" marB="0" anchor="b">
                    <a:lnL>
                      <a:noFill/>
                    </a:lnL>
                    <a:lnR>
                      <a:noFill/>
                    </a:lnR>
                    <a:lnT>
                      <a:noFill/>
                    </a:lnT>
                    <a:lnB>
                      <a:noFill/>
                    </a:lnB>
                    <a:noFill/>
                  </a:tcPr>
                </a:tc>
                <a:tc>
                  <a:txBody>
                    <a:bodyPr/>
                    <a:lstStyle/>
                    <a:p>
                      <a:pPr algn="l" fontAlgn="b"/>
                      <a:r>
                        <a:rPr lang="en-US" sz="1200" b="0" i="0" u="none" strike="noStrike">
                          <a:solidFill>
                            <a:srgbClr val="000000"/>
                          </a:solidFill>
                          <a:effectLst/>
                          <a:latin typeface="Aptos Narrow" panose="020B0004020202020204" pitchFamily="34" charset="0"/>
                        </a:rPr>
                        <a:t>Breite_cm_werk</a:t>
                      </a:r>
                    </a:p>
                  </a:txBody>
                  <a:tcPr marL="9525" marR="9525" marT="9525" marB="0" anchor="b">
                    <a:lnL>
                      <a:noFill/>
                    </a:lnL>
                    <a:lnR>
                      <a:noFill/>
                    </a:lnR>
                    <a:lnT>
                      <a:noFill/>
                    </a:lnT>
                    <a:lnB>
                      <a:noFill/>
                    </a:lnB>
                    <a:noFill/>
                  </a:tcPr>
                </a:tc>
                <a:tc>
                  <a:txBody>
                    <a:bodyPr/>
                    <a:lstStyle/>
                    <a:p>
                      <a:pPr algn="l" fontAlgn="b"/>
                      <a:r>
                        <a:rPr lang="en-US" sz="1200" b="0" i="0" u="none" strike="noStrike">
                          <a:solidFill>
                            <a:srgbClr val="000000"/>
                          </a:solidFill>
                          <a:effectLst/>
                          <a:latin typeface="Aptos Narrow" panose="020B0004020202020204" pitchFamily="34" charset="0"/>
                        </a:rPr>
                        <a:t>Hoehe_cm_werk</a:t>
                      </a:r>
                    </a:p>
                  </a:txBody>
                  <a:tcPr marL="9525" marR="9525" marT="9525" marB="0" anchor="b">
                    <a:lnL>
                      <a:noFill/>
                    </a:lnL>
                    <a:lnR>
                      <a:noFill/>
                    </a:lnR>
                    <a:lnT>
                      <a:noFill/>
                    </a:lnT>
                    <a:lnB>
                      <a:noFill/>
                    </a:lnB>
                    <a:noFill/>
                  </a:tcPr>
                </a:tc>
                <a:tc>
                  <a:txBody>
                    <a:bodyPr/>
                    <a:lstStyle/>
                    <a:p>
                      <a:pPr algn="l" fontAlgn="b"/>
                      <a:r>
                        <a:rPr lang="en-US" sz="1200" b="0" i="0" u="none" strike="noStrike">
                          <a:solidFill>
                            <a:srgbClr val="000000"/>
                          </a:solidFill>
                          <a:effectLst/>
                          <a:latin typeface="Aptos Narrow" panose="020B0004020202020204" pitchFamily="34" charset="0"/>
                        </a:rPr>
                        <a:t>Mass_Einheit</a:t>
                      </a:r>
                    </a:p>
                  </a:txBody>
                  <a:tcPr marL="9525" marR="9525" marT="9525" marB="0" anchor="b">
                    <a:lnL>
                      <a:noFill/>
                    </a:lnL>
                    <a:lnR>
                      <a:noFill/>
                    </a:lnR>
                    <a:lnT>
                      <a:noFill/>
                    </a:lnT>
                    <a:lnB>
                      <a:noFill/>
                    </a:lnB>
                    <a:noFill/>
                  </a:tcPr>
                </a:tc>
                <a:tc>
                  <a:txBody>
                    <a:bodyPr/>
                    <a:lstStyle/>
                    <a:p>
                      <a:pPr algn="l" fontAlgn="b"/>
                      <a:r>
                        <a:rPr lang="en-US" sz="1200" b="0" i="0" u="none" strike="noStrike">
                          <a:solidFill>
                            <a:srgbClr val="000000"/>
                          </a:solidFill>
                          <a:effectLst/>
                          <a:latin typeface="Aptos Narrow" panose="020B0004020202020204" pitchFamily="34" charset="0"/>
                        </a:rPr>
                        <a:t>Lieferant_ID</a:t>
                      </a:r>
                    </a:p>
                  </a:txBody>
                  <a:tcPr marL="9525" marR="9525" marT="9525" marB="0" anchor="b">
                    <a:lnL>
                      <a:noFill/>
                    </a:lnL>
                    <a:lnR>
                      <a:noFill/>
                    </a:lnR>
                    <a:lnT>
                      <a:noFill/>
                    </a:lnT>
                    <a:lnB>
                      <a:noFill/>
                    </a:lnB>
                    <a:noFill/>
                  </a:tcPr>
                </a:tc>
                <a:tc>
                  <a:txBody>
                    <a:bodyPr/>
                    <a:lstStyle/>
                    <a:p>
                      <a:pPr algn="l" fontAlgn="b"/>
                      <a:r>
                        <a:rPr lang="en-US" sz="1200" b="0" i="0" u="none" strike="noStrike">
                          <a:solidFill>
                            <a:srgbClr val="000000"/>
                          </a:solidFill>
                          <a:effectLst/>
                          <a:latin typeface="Aptos Narrow" panose="020B0004020202020204" pitchFamily="34" charset="0"/>
                        </a:rPr>
                        <a:t>Status</a:t>
                      </a:r>
                    </a:p>
                  </a:txBody>
                  <a:tcPr marL="9525" marR="9525" marT="9525" marB="0" anchor="b">
                    <a:lnL>
                      <a:noFill/>
                    </a:lnL>
                    <a:lnR>
                      <a:noFill/>
                    </a:lnR>
                    <a:lnT>
                      <a:noFill/>
                    </a:lnT>
                    <a:lnB>
                      <a:noFill/>
                    </a:lnB>
                    <a:noFill/>
                  </a:tcPr>
                </a:tc>
                <a:tc>
                  <a:txBody>
                    <a:bodyPr/>
                    <a:lstStyle/>
                    <a:p>
                      <a:pPr algn="l" fontAlgn="b"/>
                      <a:endParaRPr lang="en-US" sz="1200" b="0" i="0" u="none" strike="noStrike">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extLst>
                  <a:ext uri="{0D108BD9-81ED-4DB2-BD59-A6C34878D82A}">
                    <a16:rowId xmlns:a16="http://schemas.microsoft.com/office/drawing/2014/main" val="3951273260"/>
                  </a:ext>
                </a:extLst>
              </a:tr>
              <a:tr h="203200">
                <a:tc>
                  <a:txBody>
                    <a:bodyPr/>
                    <a:lstStyle/>
                    <a:p>
                      <a:pPr algn="l" fontAlgn="b"/>
                      <a:r>
                        <a:rPr lang="en-US" sz="1200" b="0" i="0" u="none" strike="noStrike">
                          <a:solidFill>
                            <a:srgbClr val="000000"/>
                          </a:solidFill>
                          <a:effectLst/>
                          <a:latin typeface="Aptos Narrow" panose="020B0004020202020204" pitchFamily="34" charset="0"/>
                        </a:rPr>
                        <a:t>A0068</a:t>
                      </a:r>
                    </a:p>
                  </a:txBody>
                  <a:tcPr marL="9525" marR="9525" marT="9525" marB="0" anchor="b">
                    <a:lnL>
                      <a:noFill/>
                    </a:lnL>
                    <a:lnR>
                      <a:noFill/>
                    </a:lnR>
                    <a:lnT>
                      <a:noFill/>
                    </a:lnT>
                    <a:lnB>
                      <a:noFill/>
                    </a:lnB>
                    <a:noFill/>
                  </a:tcPr>
                </a:tc>
                <a:tc>
                  <a:txBody>
                    <a:bodyPr/>
                    <a:lstStyle/>
                    <a:p>
                      <a:pPr algn="l" fontAlgn="b"/>
                      <a:r>
                        <a:rPr lang="en-US" sz="1200" b="0" i="0" u="none" strike="noStrike">
                          <a:solidFill>
                            <a:srgbClr val="000000"/>
                          </a:solidFill>
                          <a:effectLst/>
                          <a:latin typeface="Aptos Narrow" panose="020B0004020202020204" pitchFamily="34" charset="0"/>
                        </a:rPr>
                        <a:t>Werk Nord</a:t>
                      </a:r>
                    </a:p>
                  </a:txBody>
                  <a:tcPr marL="9525" marR="9525" marT="9525" marB="0" anchor="b">
                    <a:lnL>
                      <a:noFill/>
                    </a:lnL>
                    <a:lnR>
                      <a:noFill/>
                    </a:lnR>
                    <a:lnT>
                      <a:noFill/>
                    </a:lnT>
                    <a:lnB>
                      <a:noFill/>
                    </a:lnB>
                    <a:noFill/>
                  </a:tcPr>
                </a:tc>
                <a:tc>
                  <a:txBody>
                    <a:bodyPr/>
                    <a:lstStyle/>
                    <a:p>
                      <a:pPr algn="l" fontAlgn="b"/>
                      <a:r>
                        <a:rPr lang="en-US" sz="1200" b="0" i="0" u="none" strike="noStrike">
                          <a:solidFill>
                            <a:srgbClr val="000000"/>
                          </a:solidFill>
                          <a:effectLst/>
                          <a:latin typeface="Aptos Narrow" panose="020B0004020202020204" pitchFamily="34" charset="0"/>
                        </a:rPr>
                        <a:t>D400</a:t>
                      </a:r>
                    </a:p>
                  </a:txBody>
                  <a:tcPr marL="9525" marR="9525" marT="9525" marB="0" anchor="b">
                    <a:lnL>
                      <a:noFill/>
                    </a:lnL>
                    <a:lnR>
                      <a:noFill/>
                    </a:lnR>
                    <a:lnT>
                      <a:noFill/>
                    </a:lnT>
                    <a:lnB>
                      <a:noFill/>
                    </a:lnB>
                    <a:noFill/>
                  </a:tcPr>
                </a:tc>
                <a:tc>
                  <a:txBody>
                    <a:bodyPr/>
                    <a:lstStyle/>
                    <a:p>
                      <a:pPr algn="r" fontAlgn="b"/>
                      <a:r>
                        <a:rPr lang="en-US" sz="1200" b="0" i="0" u="none" strike="noStrike">
                          <a:solidFill>
                            <a:srgbClr val="000000"/>
                          </a:solidFill>
                          <a:effectLst/>
                          <a:latin typeface="Aptos Narrow" panose="020B0004020202020204" pitchFamily="34" charset="0"/>
                        </a:rPr>
                        <a:t>187</a:t>
                      </a:r>
                    </a:p>
                  </a:txBody>
                  <a:tcPr marL="9525" marR="9525" marT="9525" marB="0" anchor="b">
                    <a:lnL>
                      <a:noFill/>
                    </a:lnL>
                    <a:lnR>
                      <a:noFill/>
                    </a:lnR>
                    <a:lnT>
                      <a:noFill/>
                    </a:lnT>
                    <a:lnB>
                      <a:noFill/>
                    </a:lnB>
                    <a:noFill/>
                  </a:tcPr>
                </a:tc>
                <a:tc>
                  <a:txBody>
                    <a:bodyPr/>
                    <a:lstStyle/>
                    <a:p>
                      <a:pPr algn="l" fontAlgn="b"/>
                      <a:r>
                        <a:rPr lang="en-US" sz="1200" b="0" i="0" u="none" strike="noStrike">
                          <a:solidFill>
                            <a:srgbClr val="000000"/>
                          </a:solidFill>
                          <a:effectLst/>
                          <a:latin typeface="Aptos Narrow" panose="020B0004020202020204" pitchFamily="34" charset="0"/>
                        </a:rPr>
                        <a:t>D01</a:t>
                      </a:r>
                    </a:p>
                  </a:txBody>
                  <a:tcPr marL="9525" marR="9525" marT="9525" marB="0" anchor="b">
                    <a:lnL>
                      <a:noFill/>
                    </a:lnL>
                    <a:lnR>
                      <a:noFill/>
                    </a:lnR>
                    <a:lnT>
                      <a:noFill/>
                    </a:lnT>
                    <a:lnB>
                      <a:noFill/>
                    </a:lnB>
                    <a:noFill/>
                  </a:tcPr>
                </a:tc>
                <a:tc>
                  <a:txBody>
                    <a:bodyPr/>
                    <a:lstStyle/>
                    <a:p>
                      <a:pPr algn="r" fontAlgn="b"/>
                      <a:r>
                        <a:rPr lang="en-US" sz="1200" b="0" i="0" u="none" strike="noStrike">
                          <a:solidFill>
                            <a:srgbClr val="000000"/>
                          </a:solidFill>
                          <a:effectLst/>
                          <a:latin typeface="Aptos Narrow" panose="020B0004020202020204" pitchFamily="34" charset="0"/>
                        </a:rPr>
                        <a:t>16.4</a:t>
                      </a:r>
                    </a:p>
                  </a:txBody>
                  <a:tcPr marL="9525" marR="9525" marT="9525" marB="0" anchor="b">
                    <a:lnL>
                      <a:noFill/>
                    </a:lnL>
                    <a:lnR>
                      <a:noFill/>
                    </a:lnR>
                    <a:lnT>
                      <a:noFill/>
                    </a:lnT>
                    <a:lnB>
                      <a:noFill/>
                    </a:lnB>
                    <a:noFill/>
                  </a:tcPr>
                </a:tc>
                <a:tc>
                  <a:txBody>
                    <a:bodyPr/>
                    <a:lstStyle/>
                    <a:p>
                      <a:pPr algn="r" fontAlgn="b"/>
                      <a:r>
                        <a:rPr lang="en-US" sz="1200" b="0" i="0" u="none" strike="noStrike">
                          <a:solidFill>
                            <a:srgbClr val="000000"/>
                          </a:solidFill>
                          <a:effectLst/>
                          <a:latin typeface="Aptos Narrow" panose="020B0004020202020204" pitchFamily="34" charset="0"/>
                        </a:rPr>
                        <a:t>9.8</a:t>
                      </a:r>
                    </a:p>
                  </a:txBody>
                  <a:tcPr marL="9525" marR="9525" marT="9525" marB="0" anchor="b">
                    <a:lnL>
                      <a:noFill/>
                    </a:lnL>
                    <a:lnR>
                      <a:noFill/>
                    </a:lnR>
                    <a:lnT>
                      <a:noFill/>
                    </a:lnT>
                    <a:lnB>
                      <a:noFill/>
                    </a:lnB>
                    <a:noFill/>
                  </a:tcPr>
                </a:tc>
                <a:tc>
                  <a:txBody>
                    <a:bodyPr/>
                    <a:lstStyle/>
                    <a:p>
                      <a:pPr algn="l" fontAlgn="b"/>
                      <a:endParaRPr lang="en-US" sz="1200" b="0" i="0" u="none" strike="noStrike">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a:txBody>
                    <a:bodyPr/>
                    <a:lstStyle/>
                    <a:p>
                      <a:pPr algn="l" fontAlgn="b"/>
                      <a:r>
                        <a:rPr lang="en-US" sz="1200" b="0" i="0" u="none" strike="noStrike">
                          <a:solidFill>
                            <a:srgbClr val="000000"/>
                          </a:solidFill>
                          <a:effectLst/>
                          <a:latin typeface="Aptos Narrow" panose="020B0004020202020204" pitchFamily="34" charset="0"/>
                        </a:rPr>
                        <a:t>cm</a:t>
                      </a:r>
                    </a:p>
                  </a:txBody>
                  <a:tcPr marL="9525" marR="9525" marT="9525" marB="0" anchor="b">
                    <a:lnL>
                      <a:noFill/>
                    </a:lnL>
                    <a:lnR>
                      <a:noFill/>
                    </a:lnR>
                    <a:lnT>
                      <a:noFill/>
                    </a:lnT>
                    <a:lnB>
                      <a:noFill/>
                    </a:lnB>
                    <a:noFill/>
                  </a:tcPr>
                </a:tc>
                <a:tc>
                  <a:txBody>
                    <a:bodyPr/>
                    <a:lstStyle/>
                    <a:p>
                      <a:pPr algn="r" fontAlgn="b"/>
                      <a:r>
                        <a:rPr lang="en-US" sz="1200" b="0" i="0" u="none" strike="noStrike">
                          <a:solidFill>
                            <a:srgbClr val="000000"/>
                          </a:solidFill>
                          <a:effectLst/>
                          <a:latin typeface="Aptos Narrow" panose="020B0004020202020204" pitchFamily="34" charset="0"/>
                        </a:rPr>
                        <a:t>2</a:t>
                      </a:r>
                    </a:p>
                  </a:txBody>
                  <a:tcPr marL="9525" marR="9525" marT="9525" marB="0" anchor="b">
                    <a:lnL>
                      <a:noFill/>
                    </a:lnL>
                    <a:lnR>
                      <a:noFill/>
                    </a:lnR>
                    <a:lnT>
                      <a:noFill/>
                    </a:lnT>
                    <a:lnB>
                      <a:noFill/>
                    </a:lnB>
                    <a:noFill/>
                  </a:tcPr>
                </a:tc>
                <a:tc>
                  <a:txBody>
                    <a:bodyPr/>
                    <a:lstStyle/>
                    <a:p>
                      <a:pPr algn="l" fontAlgn="b"/>
                      <a:r>
                        <a:rPr lang="en-US" sz="1200" b="0" i="0" u="none" strike="noStrike">
                          <a:solidFill>
                            <a:srgbClr val="000000"/>
                          </a:solidFill>
                          <a:effectLst/>
                          <a:latin typeface="Aptos Narrow" panose="020B0004020202020204" pitchFamily="34" charset="0"/>
                        </a:rPr>
                        <a:t>Freigegeben</a:t>
                      </a:r>
                    </a:p>
                  </a:txBody>
                  <a:tcPr marL="9525" marR="9525" marT="9525" marB="0" anchor="b">
                    <a:lnL>
                      <a:noFill/>
                    </a:lnL>
                    <a:lnR>
                      <a:noFill/>
                    </a:lnR>
                    <a:lnT>
                      <a:noFill/>
                    </a:lnT>
                    <a:lnB>
                      <a:noFill/>
                    </a:lnB>
                    <a:noFill/>
                  </a:tcPr>
                </a:tc>
                <a:tc>
                  <a:txBody>
                    <a:bodyPr/>
                    <a:lstStyle/>
                    <a:p>
                      <a:pPr algn="l" fontAlgn="b"/>
                      <a:endParaRPr lang="en-US" sz="1200" b="0" i="0" u="none" strike="noStrike">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extLst>
                  <a:ext uri="{0D108BD9-81ED-4DB2-BD59-A6C34878D82A}">
                    <a16:rowId xmlns:a16="http://schemas.microsoft.com/office/drawing/2014/main" val="63955467"/>
                  </a:ext>
                </a:extLst>
              </a:tr>
              <a:tr h="203200">
                <a:tc>
                  <a:txBody>
                    <a:bodyPr/>
                    <a:lstStyle/>
                    <a:p>
                      <a:pPr algn="l" fontAlgn="b"/>
                      <a:r>
                        <a:rPr lang="en-US" sz="1200" b="0" i="0" u="none" strike="noStrike">
                          <a:solidFill>
                            <a:srgbClr val="000000"/>
                          </a:solidFill>
                          <a:effectLst/>
                          <a:latin typeface="Aptos Narrow" panose="020B0004020202020204" pitchFamily="34" charset="0"/>
                        </a:rPr>
                        <a:t>A0068</a:t>
                      </a:r>
                    </a:p>
                  </a:txBody>
                  <a:tcPr marL="9525" marR="9525" marT="9525" marB="0" anchor="b">
                    <a:lnL>
                      <a:noFill/>
                    </a:lnL>
                    <a:lnR>
                      <a:noFill/>
                    </a:lnR>
                    <a:lnT>
                      <a:noFill/>
                    </a:lnT>
                    <a:lnB>
                      <a:noFill/>
                    </a:lnB>
                    <a:noFill/>
                  </a:tcPr>
                </a:tc>
                <a:tc>
                  <a:txBody>
                    <a:bodyPr/>
                    <a:lstStyle/>
                    <a:p>
                      <a:pPr algn="l" fontAlgn="b"/>
                      <a:r>
                        <a:rPr lang="en-US" sz="1200" b="0" i="0" u="none" strike="noStrike">
                          <a:solidFill>
                            <a:srgbClr val="000000"/>
                          </a:solidFill>
                          <a:effectLst/>
                          <a:latin typeface="Aptos Narrow" panose="020B0004020202020204" pitchFamily="34" charset="0"/>
                        </a:rPr>
                        <a:t>Werk Nord</a:t>
                      </a:r>
                    </a:p>
                  </a:txBody>
                  <a:tcPr marL="9525" marR="9525" marT="9525" marB="0" anchor="b">
                    <a:lnL>
                      <a:noFill/>
                    </a:lnL>
                    <a:lnR>
                      <a:noFill/>
                    </a:lnR>
                    <a:lnT>
                      <a:noFill/>
                    </a:lnT>
                    <a:lnB>
                      <a:noFill/>
                    </a:lnB>
                    <a:noFill/>
                  </a:tcPr>
                </a:tc>
                <a:tc>
                  <a:txBody>
                    <a:bodyPr/>
                    <a:lstStyle/>
                    <a:p>
                      <a:pPr algn="l" fontAlgn="b"/>
                      <a:r>
                        <a:rPr lang="en-US" sz="1200" b="0" i="0" u="none" strike="noStrike">
                          <a:solidFill>
                            <a:srgbClr val="000000"/>
                          </a:solidFill>
                          <a:effectLst/>
                          <a:latin typeface="Aptos Narrow" panose="020B0004020202020204" pitchFamily="34" charset="0"/>
                        </a:rPr>
                        <a:t>D400</a:t>
                      </a:r>
                    </a:p>
                  </a:txBody>
                  <a:tcPr marL="9525" marR="9525" marT="9525" marB="0" anchor="b">
                    <a:lnL>
                      <a:noFill/>
                    </a:lnL>
                    <a:lnR>
                      <a:noFill/>
                    </a:lnR>
                    <a:lnT>
                      <a:noFill/>
                    </a:lnT>
                    <a:lnB>
                      <a:noFill/>
                    </a:lnB>
                    <a:noFill/>
                  </a:tcPr>
                </a:tc>
                <a:tc>
                  <a:txBody>
                    <a:bodyPr/>
                    <a:lstStyle/>
                    <a:p>
                      <a:pPr algn="r" fontAlgn="b"/>
                      <a:r>
                        <a:rPr lang="en-US" sz="1200" b="0" i="0" u="none" strike="noStrike">
                          <a:solidFill>
                            <a:srgbClr val="000000"/>
                          </a:solidFill>
                          <a:effectLst/>
                          <a:latin typeface="Aptos Narrow" panose="020B0004020202020204" pitchFamily="34" charset="0"/>
                        </a:rPr>
                        <a:t>187</a:t>
                      </a:r>
                    </a:p>
                  </a:txBody>
                  <a:tcPr marL="9525" marR="9525" marT="9525" marB="0" anchor="b">
                    <a:lnL>
                      <a:noFill/>
                    </a:lnL>
                    <a:lnR>
                      <a:noFill/>
                    </a:lnR>
                    <a:lnT>
                      <a:noFill/>
                    </a:lnT>
                    <a:lnB>
                      <a:noFill/>
                    </a:lnB>
                    <a:noFill/>
                  </a:tcPr>
                </a:tc>
                <a:tc>
                  <a:txBody>
                    <a:bodyPr/>
                    <a:lstStyle/>
                    <a:p>
                      <a:pPr algn="l" fontAlgn="b"/>
                      <a:r>
                        <a:rPr lang="en-US" sz="1200" b="0" i="0" u="none" strike="noStrike">
                          <a:solidFill>
                            <a:srgbClr val="000000"/>
                          </a:solidFill>
                          <a:effectLst/>
                          <a:latin typeface="Aptos Narrow" panose="020B0004020202020204" pitchFamily="34" charset="0"/>
                        </a:rPr>
                        <a:t>D01</a:t>
                      </a:r>
                    </a:p>
                  </a:txBody>
                  <a:tcPr marL="9525" marR="9525" marT="9525" marB="0" anchor="b">
                    <a:lnL>
                      <a:noFill/>
                    </a:lnL>
                    <a:lnR>
                      <a:noFill/>
                    </a:lnR>
                    <a:lnT>
                      <a:noFill/>
                    </a:lnT>
                    <a:lnB>
                      <a:noFill/>
                    </a:lnB>
                    <a:noFill/>
                  </a:tcPr>
                </a:tc>
                <a:tc>
                  <a:txBody>
                    <a:bodyPr/>
                    <a:lstStyle/>
                    <a:p>
                      <a:pPr algn="r" fontAlgn="b"/>
                      <a:r>
                        <a:rPr lang="en-US" sz="1200" b="0" i="0" u="none" strike="noStrike">
                          <a:solidFill>
                            <a:srgbClr val="000000"/>
                          </a:solidFill>
                          <a:effectLst/>
                          <a:latin typeface="Aptos Narrow" panose="020B0004020202020204" pitchFamily="34" charset="0"/>
                        </a:rPr>
                        <a:t>16.4</a:t>
                      </a:r>
                    </a:p>
                  </a:txBody>
                  <a:tcPr marL="9525" marR="9525" marT="9525" marB="0" anchor="b">
                    <a:lnL>
                      <a:noFill/>
                    </a:lnL>
                    <a:lnR>
                      <a:noFill/>
                    </a:lnR>
                    <a:lnT>
                      <a:noFill/>
                    </a:lnT>
                    <a:lnB>
                      <a:noFill/>
                    </a:lnB>
                    <a:noFill/>
                  </a:tcPr>
                </a:tc>
                <a:tc>
                  <a:txBody>
                    <a:bodyPr/>
                    <a:lstStyle/>
                    <a:p>
                      <a:pPr algn="r" fontAlgn="b"/>
                      <a:r>
                        <a:rPr lang="en-US" sz="1200" b="0" i="0" u="none" strike="noStrike">
                          <a:solidFill>
                            <a:srgbClr val="000000"/>
                          </a:solidFill>
                          <a:effectLst/>
                          <a:latin typeface="Aptos Narrow" panose="020B0004020202020204" pitchFamily="34" charset="0"/>
                        </a:rPr>
                        <a:t>9.8</a:t>
                      </a:r>
                    </a:p>
                  </a:txBody>
                  <a:tcPr marL="9525" marR="9525" marT="9525" marB="0" anchor="b">
                    <a:lnL>
                      <a:noFill/>
                    </a:lnL>
                    <a:lnR>
                      <a:noFill/>
                    </a:lnR>
                    <a:lnT>
                      <a:noFill/>
                    </a:lnT>
                    <a:lnB>
                      <a:noFill/>
                    </a:lnB>
                    <a:noFill/>
                  </a:tcPr>
                </a:tc>
                <a:tc>
                  <a:txBody>
                    <a:bodyPr/>
                    <a:lstStyle/>
                    <a:p>
                      <a:pPr algn="l" fontAlgn="b"/>
                      <a:endParaRPr lang="en-US" sz="1200" b="0" i="0" u="none" strike="noStrike">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a:txBody>
                    <a:bodyPr/>
                    <a:lstStyle/>
                    <a:p>
                      <a:pPr algn="l" fontAlgn="b"/>
                      <a:r>
                        <a:rPr lang="en-US" sz="1200" b="0" i="0" u="none" strike="noStrike">
                          <a:solidFill>
                            <a:srgbClr val="000000"/>
                          </a:solidFill>
                          <a:effectLst/>
                          <a:latin typeface="Aptos Narrow" panose="020B0004020202020204" pitchFamily="34" charset="0"/>
                        </a:rPr>
                        <a:t>cm</a:t>
                      </a:r>
                    </a:p>
                  </a:txBody>
                  <a:tcPr marL="9525" marR="9525" marT="9525" marB="0" anchor="b">
                    <a:lnL>
                      <a:noFill/>
                    </a:lnL>
                    <a:lnR>
                      <a:noFill/>
                    </a:lnR>
                    <a:lnT>
                      <a:noFill/>
                    </a:lnT>
                    <a:lnB>
                      <a:noFill/>
                    </a:lnB>
                    <a:noFill/>
                  </a:tcPr>
                </a:tc>
                <a:tc>
                  <a:txBody>
                    <a:bodyPr/>
                    <a:lstStyle/>
                    <a:p>
                      <a:pPr algn="r" fontAlgn="b"/>
                      <a:r>
                        <a:rPr lang="en-US" sz="1200" b="0" i="0" u="none" strike="noStrike">
                          <a:solidFill>
                            <a:srgbClr val="000000"/>
                          </a:solidFill>
                          <a:effectLst/>
                          <a:latin typeface="Aptos Narrow" panose="020B0004020202020204" pitchFamily="34" charset="0"/>
                        </a:rPr>
                        <a:t>2</a:t>
                      </a:r>
                    </a:p>
                  </a:txBody>
                  <a:tcPr marL="9525" marR="9525" marT="9525" marB="0" anchor="b">
                    <a:lnL>
                      <a:noFill/>
                    </a:lnL>
                    <a:lnR>
                      <a:noFill/>
                    </a:lnR>
                    <a:lnT>
                      <a:noFill/>
                    </a:lnT>
                    <a:lnB>
                      <a:noFill/>
                    </a:lnB>
                    <a:noFill/>
                  </a:tcPr>
                </a:tc>
                <a:tc>
                  <a:txBody>
                    <a:bodyPr/>
                    <a:lstStyle/>
                    <a:p>
                      <a:pPr algn="l" fontAlgn="b"/>
                      <a:r>
                        <a:rPr lang="en-US" sz="1200" b="0" i="0" u="none" strike="noStrike">
                          <a:solidFill>
                            <a:srgbClr val="000000"/>
                          </a:solidFill>
                          <a:effectLst/>
                          <a:latin typeface="Aptos Narrow" panose="020B0004020202020204" pitchFamily="34" charset="0"/>
                        </a:rPr>
                        <a:t>Ausgelistet</a:t>
                      </a:r>
                    </a:p>
                  </a:txBody>
                  <a:tcPr marL="9525" marR="9525" marT="9525" marB="0" anchor="b">
                    <a:lnL>
                      <a:noFill/>
                    </a:lnL>
                    <a:lnR>
                      <a:noFill/>
                    </a:lnR>
                    <a:lnT>
                      <a:noFill/>
                    </a:lnT>
                    <a:lnB>
                      <a:noFill/>
                    </a:lnB>
                    <a:noFill/>
                  </a:tcPr>
                </a:tc>
                <a:tc>
                  <a:txBody>
                    <a:bodyPr/>
                    <a:lstStyle/>
                    <a:p>
                      <a:pPr algn="l" fontAlgn="b"/>
                      <a:endParaRPr lang="en-US" sz="1200" b="0" i="0" u="none" strike="noStrike">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extLst>
                  <a:ext uri="{0D108BD9-81ED-4DB2-BD59-A6C34878D82A}">
                    <a16:rowId xmlns:a16="http://schemas.microsoft.com/office/drawing/2014/main" val="219198035"/>
                  </a:ext>
                </a:extLst>
              </a:tr>
              <a:tr h="203200">
                <a:tc>
                  <a:txBody>
                    <a:bodyPr/>
                    <a:lstStyle/>
                    <a:p>
                      <a:pPr algn="l" fontAlgn="b"/>
                      <a:r>
                        <a:rPr lang="en-US" sz="1200" b="0" i="0" u="none" strike="noStrike">
                          <a:solidFill>
                            <a:srgbClr val="000000"/>
                          </a:solidFill>
                          <a:effectLst/>
                          <a:latin typeface="Aptos Narrow" panose="020B0004020202020204" pitchFamily="34" charset="0"/>
                        </a:rPr>
                        <a:t>A0093</a:t>
                      </a:r>
                    </a:p>
                  </a:txBody>
                  <a:tcPr marL="9525" marR="9525" marT="9525" marB="0" anchor="b">
                    <a:lnL>
                      <a:noFill/>
                    </a:lnL>
                    <a:lnR>
                      <a:noFill/>
                    </a:lnR>
                    <a:lnT>
                      <a:noFill/>
                    </a:lnT>
                    <a:lnB>
                      <a:noFill/>
                    </a:lnB>
                    <a:noFill/>
                  </a:tcPr>
                </a:tc>
                <a:tc>
                  <a:txBody>
                    <a:bodyPr/>
                    <a:lstStyle/>
                    <a:p>
                      <a:pPr algn="l" fontAlgn="b"/>
                      <a:r>
                        <a:rPr lang="en-US" sz="1200" b="0" i="0" u="none" strike="noStrike">
                          <a:solidFill>
                            <a:srgbClr val="000000"/>
                          </a:solidFill>
                          <a:effectLst/>
                          <a:latin typeface="Aptos Narrow" panose="020B0004020202020204" pitchFamily="34" charset="0"/>
                        </a:rPr>
                        <a:t>Werk S√ºd</a:t>
                      </a:r>
                    </a:p>
                  </a:txBody>
                  <a:tcPr marL="9525" marR="9525" marT="9525" marB="0" anchor="b">
                    <a:lnL>
                      <a:noFill/>
                    </a:lnL>
                    <a:lnR>
                      <a:noFill/>
                    </a:lnR>
                    <a:lnT>
                      <a:noFill/>
                    </a:lnT>
                    <a:lnB>
                      <a:noFill/>
                    </a:lnB>
                    <a:noFill/>
                  </a:tcPr>
                </a:tc>
                <a:tc>
                  <a:txBody>
                    <a:bodyPr/>
                    <a:lstStyle/>
                    <a:p>
                      <a:pPr algn="l" fontAlgn="b"/>
                      <a:r>
                        <a:rPr lang="en-US" sz="1200" b="0" i="0" u="none" strike="noStrike">
                          <a:solidFill>
                            <a:srgbClr val="000000"/>
                          </a:solidFill>
                          <a:effectLst/>
                          <a:latin typeface="Aptos Narrow" panose="020B0004020202020204" pitchFamily="34" charset="0"/>
                        </a:rPr>
                        <a:t>B200</a:t>
                      </a:r>
                    </a:p>
                  </a:txBody>
                  <a:tcPr marL="9525" marR="9525" marT="9525" marB="0" anchor="b">
                    <a:lnL>
                      <a:noFill/>
                    </a:lnL>
                    <a:lnR>
                      <a:noFill/>
                    </a:lnR>
                    <a:lnT>
                      <a:noFill/>
                    </a:lnT>
                    <a:lnB>
                      <a:noFill/>
                    </a:lnB>
                    <a:noFill/>
                  </a:tcPr>
                </a:tc>
                <a:tc>
                  <a:txBody>
                    <a:bodyPr/>
                    <a:lstStyle/>
                    <a:p>
                      <a:pPr algn="r" fontAlgn="b"/>
                      <a:r>
                        <a:rPr lang="en-US" sz="1200" b="0" i="0" u="none" strike="noStrike">
                          <a:solidFill>
                            <a:srgbClr val="000000"/>
                          </a:solidFill>
                          <a:effectLst/>
                          <a:latin typeface="Aptos Narrow" panose="020B0004020202020204" pitchFamily="34" charset="0"/>
                        </a:rPr>
                        <a:t>63</a:t>
                      </a:r>
                    </a:p>
                  </a:txBody>
                  <a:tcPr marL="9525" marR="9525" marT="9525" marB="0" anchor="b">
                    <a:lnL>
                      <a:noFill/>
                    </a:lnL>
                    <a:lnR>
                      <a:noFill/>
                    </a:lnR>
                    <a:lnT>
                      <a:noFill/>
                    </a:lnT>
                    <a:lnB>
                      <a:noFill/>
                    </a:lnB>
                    <a:noFill/>
                  </a:tcPr>
                </a:tc>
                <a:tc>
                  <a:txBody>
                    <a:bodyPr/>
                    <a:lstStyle/>
                    <a:p>
                      <a:pPr algn="l" fontAlgn="b"/>
                      <a:r>
                        <a:rPr lang="en-US" sz="1200" b="0" i="0" u="none" strike="noStrike">
                          <a:solidFill>
                            <a:srgbClr val="000000"/>
                          </a:solidFill>
                          <a:effectLst/>
                          <a:latin typeface="Aptos Narrow" panose="020B0004020202020204" pitchFamily="34" charset="0"/>
                        </a:rPr>
                        <a:t>D04</a:t>
                      </a:r>
                    </a:p>
                  </a:txBody>
                  <a:tcPr marL="9525" marR="9525" marT="9525" marB="0" anchor="b">
                    <a:lnL>
                      <a:noFill/>
                    </a:lnL>
                    <a:lnR>
                      <a:noFill/>
                    </a:lnR>
                    <a:lnT>
                      <a:noFill/>
                    </a:lnT>
                    <a:lnB>
                      <a:noFill/>
                    </a:lnB>
                    <a:noFill/>
                  </a:tcPr>
                </a:tc>
                <a:tc>
                  <a:txBody>
                    <a:bodyPr/>
                    <a:lstStyle/>
                    <a:p>
                      <a:pPr algn="r" fontAlgn="b"/>
                      <a:r>
                        <a:rPr lang="en-US" sz="1200" b="0" i="0" u="none" strike="noStrike">
                          <a:solidFill>
                            <a:srgbClr val="000000"/>
                          </a:solidFill>
                          <a:effectLst/>
                          <a:latin typeface="Aptos Narrow" panose="020B0004020202020204" pitchFamily="34" charset="0"/>
                        </a:rPr>
                        <a:t>11.8</a:t>
                      </a:r>
                    </a:p>
                  </a:txBody>
                  <a:tcPr marL="9525" marR="9525" marT="9525" marB="0" anchor="b">
                    <a:lnL>
                      <a:noFill/>
                    </a:lnL>
                    <a:lnR>
                      <a:noFill/>
                    </a:lnR>
                    <a:lnT>
                      <a:noFill/>
                    </a:lnT>
                    <a:lnB>
                      <a:noFill/>
                    </a:lnB>
                    <a:noFill/>
                  </a:tcPr>
                </a:tc>
                <a:tc>
                  <a:txBody>
                    <a:bodyPr/>
                    <a:lstStyle/>
                    <a:p>
                      <a:pPr algn="r" fontAlgn="b"/>
                      <a:r>
                        <a:rPr lang="en-US" sz="1200" b="0" i="0" u="none" strike="noStrike">
                          <a:solidFill>
                            <a:srgbClr val="000000"/>
                          </a:solidFill>
                          <a:effectLst/>
                          <a:latin typeface="Aptos Narrow" panose="020B0004020202020204" pitchFamily="34" charset="0"/>
                        </a:rPr>
                        <a:t>4.7</a:t>
                      </a:r>
                    </a:p>
                  </a:txBody>
                  <a:tcPr marL="9525" marR="9525" marT="9525" marB="0" anchor="b">
                    <a:lnL>
                      <a:noFill/>
                    </a:lnL>
                    <a:lnR>
                      <a:noFill/>
                    </a:lnR>
                    <a:lnT>
                      <a:noFill/>
                    </a:lnT>
                    <a:lnB>
                      <a:noFill/>
                    </a:lnB>
                    <a:noFill/>
                  </a:tcPr>
                </a:tc>
                <a:tc>
                  <a:txBody>
                    <a:bodyPr/>
                    <a:lstStyle/>
                    <a:p>
                      <a:pPr algn="r" fontAlgn="b"/>
                      <a:r>
                        <a:rPr lang="en-US" sz="1200" b="0" i="0" u="none" strike="noStrike">
                          <a:solidFill>
                            <a:srgbClr val="000000"/>
                          </a:solidFill>
                          <a:effectLst/>
                          <a:latin typeface="Aptos Narrow" panose="020B0004020202020204" pitchFamily="34" charset="0"/>
                        </a:rPr>
                        <a:t>4.2</a:t>
                      </a:r>
                    </a:p>
                  </a:txBody>
                  <a:tcPr marL="9525" marR="9525" marT="9525" marB="0" anchor="b">
                    <a:lnL>
                      <a:noFill/>
                    </a:lnL>
                    <a:lnR>
                      <a:noFill/>
                    </a:lnR>
                    <a:lnT>
                      <a:noFill/>
                    </a:lnT>
                    <a:lnB>
                      <a:noFill/>
                    </a:lnB>
                    <a:noFill/>
                  </a:tcPr>
                </a:tc>
                <a:tc>
                  <a:txBody>
                    <a:bodyPr/>
                    <a:lstStyle/>
                    <a:p>
                      <a:pPr algn="l" fontAlgn="b"/>
                      <a:r>
                        <a:rPr lang="en-US" sz="1200" b="0" i="0" u="none" strike="noStrike">
                          <a:solidFill>
                            <a:srgbClr val="000000"/>
                          </a:solidFill>
                          <a:effectLst/>
                          <a:latin typeface="Aptos Narrow" panose="020B0004020202020204" pitchFamily="34" charset="0"/>
                        </a:rPr>
                        <a:t>cm</a:t>
                      </a:r>
                    </a:p>
                  </a:txBody>
                  <a:tcPr marL="9525" marR="9525" marT="9525" marB="0" anchor="b">
                    <a:lnL>
                      <a:noFill/>
                    </a:lnL>
                    <a:lnR>
                      <a:noFill/>
                    </a:lnR>
                    <a:lnT>
                      <a:noFill/>
                    </a:lnT>
                    <a:lnB>
                      <a:noFill/>
                    </a:lnB>
                    <a:noFill/>
                  </a:tcPr>
                </a:tc>
                <a:tc>
                  <a:txBody>
                    <a:bodyPr/>
                    <a:lstStyle/>
                    <a:p>
                      <a:pPr algn="r" fontAlgn="b"/>
                      <a:r>
                        <a:rPr lang="en-US" sz="1200" b="0" i="0" u="none" strike="noStrike">
                          <a:solidFill>
                            <a:srgbClr val="000000"/>
                          </a:solidFill>
                          <a:effectLst/>
                          <a:latin typeface="Aptos Narrow" panose="020B0004020202020204" pitchFamily="34" charset="0"/>
                        </a:rPr>
                        <a:t>1</a:t>
                      </a:r>
                    </a:p>
                  </a:txBody>
                  <a:tcPr marL="9525" marR="9525" marT="9525" marB="0" anchor="b">
                    <a:lnL>
                      <a:noFill/>
                    </a:lnL>
                    <a:lnR>
                      <a:noFill/>
                    </a:lnR>
                    <a:lnT>
                      <a:noFill/>
                    </a:lnT>
                    <a:lnB>
                      <a:noFill/>
                    </a:lnB>
                    <a:noFill/>
                  </a:tcPr>
                </a:tc>
                <a:tc>
                  <a:txBody>
                    <a:bodyPr/>
                    <a:lstStyle/>
                    <a:p>
                      <a:pPr algn="l" fontAlgn="b"/>
                      <a:r>
                        <a:rPr lang="en-US" sz="1200" b="0" i="0" u="none" strike="noStrike">
                          <a:solidFill>
                            <a:srgbClr val="000000"/>
                          </a:solidFill>
                          <a:effectLst/>
                          <a:latin typeface="Aptos Narrow" panose="020B0004020202020204" pitchFamily="34" charset="0"/>
                        </a:rPr>
                        <a:t>Freigegeben</a:t>
                      </a:r>
                    </a:p>
                  </a:txBody>
                  <a:tcPr marL="9525" marR="9525" marT="9525" marB="0" anchor="b">
                    <a:lnL>
                      <a:noFill/>
                    </a:lnL>
                    <a:lnR>
                      <a:noFill/>
                    </a:lnR>
                    <a:lnT>
                      <a:noFill/>
                    </a:lnT>
                    <a:lnB>
                      <a:noFill/>
                    </a:lnB>
                    <a:noFill/>
                  </a:tcPr>
                </a:tc>
                <a:tc>
                  <a:txBody>
                    <a:bodyPr/>
                    <a:lstStyle/>
                    <a:p>
                      <a:pPr algn="l" fontAlgn="b"/>
                      <a:endParaRPr lang="en-US" sz="1200" b="0" i="0" u="none" strike="noStrike">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extLst>
                  <a:ext uri="{0D108BD9-81ED-4DB2-BD59-A6C34878D82A}">
                    <a16:rowId xmlns:a16="http://schemas.microsoft.com/office/drawing/2014/main" val="1870981046"/>
                  </a:ext>
                </a:extLst>
              </a:tr>
              <a:tr h="203200">
                <a:tc>
                  <a:txBody>
                    <a:bodyPr/>
                    <a:lstStyle/>
                    <a:p>
                      <a:pPr algn="l" fontAlgn="b"/>
                      <a:r>
                        <a:rPr lang="en-US" sz="1200" b="0" i="0" u="none" strike="noStrike">
                          <a:solidFill>
                            <a:srgbClr val="000000"/>
                          </a:solidFill>
                          <a:effectLst/>
                          <a:latin typeface="Aptos Narrow" panose="020B0004020202020204" pitchFamily="34" charset="0"/>
                        </a:rPr>
                        <a:t>A0093</a:t>
                      </a:r>
                    </a:p>
                  </a:txBody>
                  <a:tcPr marL="9525" marR="9525" marT="9525" marB="0" anchor="b">
                    <a:lnL>
                      <a:noFill/>
                    </a:lnL>
                    <a:lnR>
                      <a:noFill/>
                    </a:lnR>
                    <a:lnT>
                      <a:noFill/>
                    </a:lnT>
                    <a:lnB>
                      <a:noFill/>
                    </a:lnB>
                    <a:noFill/>
                  </a:tcPr>
                </a:tc>
                <a:tc>
                  <a:txBody>
                    <a:bodyPr/>
                    <a:lstStyle/>
                    <a:p>
                      <a:pPr algn="l" fontAlgn="b"/>
                      <a:r>
                        <a:rPr lang="en-US" sz="1200" b="0" i="0" u="none" strike="noStrike">
                          <a:solidFill>
                            <a:srgbClr val="000000"/>
                          </a:solidFill>
                          <a:effectLst/>
                          <a:latin typeface="Aptos Narrow" panose="020B0004020202020204" pitchFamily="34" charset="0"/>
                        </a:rPr>
                        <a:t>Werk S√ºd</a:t>
                      </a:r>
                    </a:p>
                  </a:txBody>
                  <a:tcPr marL="9525" marR="9525" marT="9525" marB="0" anchor="b">
                    <a:lnL>
                      <a:noFill/>
                    </a:lnL>
                    <a:lnR>
                      <a:noFill/>
                    </a:lnR>
                    <a:lnT>
                      <a:noFill/>
                    </a:lnT>
                    <a:lnB>
                      <a:noFill/>
                    </a:lnB>
                    <a:noFill/>
                  </a:tcPr>
                </a:tc>
                <a:tc>
                  <a:txBody>
                    <a:bodyPr/>
                    <a:lstStyle/>
                    <a:p>
                      <a:pPr algn="l" fontAlgn="b"/>
                      <a:r>
                        <a:rPr lang="en-US" sz="1200" b="0" i="0" u="none" strike="noStrike">
                          <a:solidFill>
                            <a:srgbClr val="000000"/>
                          </a:solidFill>
                          <a:effectLst/>
                          <a:latin typeface="Aptos Narrow" panose="020B0004020202020204" pitchFamily="34" charset="0"/>
                        </a:rPr>
                        <a:t>B200</a:t>
                      </a:r>
                    </a:p>
                  </a:txBody>
                  <a:tcPr marL="9525" marR="9525" marT="9525" marB="0" anchor="b">
                    <a:lnL>
                      <a:noFill/>
                    </a:lnL>
                    <a:lnR>
                      <a:noFill/>
                    </a:lnR>
                    <a:lnT>
                      <a:noFill/>
                    </a:lnT>
                    <a:lnB>
                      <a:noFill/>
                    </a:lnB>
                    <a:noFill/>
                  </a:tcPr>
                </a:tc>
                <a:tc>
                  <a:txBody>
                    <a:bodyPr/>
                    <a:lstStyle/>
                    <a:p>
                      <a:pPr algn="r" fontAlgn="b"/>
                      <a:r>
                        <a:rPr lang="en-US" sz="1200" b="0" i="0" u="none" strike="noStrike">
                          <a:solidFill>
                            <a:srgbClr val="000000"/>
                          </a:solidFill>
                          <a:effectLst/>
                          <a:latin typeface="Aptos Narrow" panose="020B0004020202020204" pitchFamily="34" charset="0"/>
                        </a:rPr>
                        <a:t>63</a:t>
                      </a:r>
                    </a:p>
                  </a:txBody>
                  <a:tcPr marL="9525" marR="9525" marT="9525" marB="0" anchor="b">
                    <a:lnL>
                      <a:noFill/>
                    </a:lnL>
                    <a:lnR>
                      <a:noFill/>
                    </a:lnR>
                    <a:lnT>
                      <a:noFill/>
                    </a:lnT>
                    <a:lnB>
                      <a:noFill/>
                    </a:lnB>
                    <a:noFill/>
                  </a:tcPr>
                </a:tc>
                <a:tc>
                  <a:txBody>
                    <a:bodyPr/>
                    <a:lstStyle/>
                    <a:p>
                      <a:pPr algn="l" fontAlgn="b"/>
                      <a:r>
                        <a:rPr lang="en-US" sz="1200" b="0" i="0" u="none" strike="noStrike">
                          <a:solidFill>
                            <a:srgbClr val="000000"/>
                          </a:solidFill>
                          <a:effectLst/>
                          <a:latin typeface="Aptos Narrow" panose="020B0004020202020204" pitchFamily="34" charset="0"/>
                        </a:rPr>
                        <a:t>D04</a:t>
                      </a:r>
                    </a:p>
                  </a:txBody>
                  <a:tcPr marL="9525" marR="9525" marT="9525" marB="0" anchor="b">
                    <a:lnL>
                      <a:noFill/>
                    </a:lnL>
                    <a:lnR>
                      <a:noFill/>
                    </a:lnR>
                    <a:lnT>
                      <a:noFill/>
                    </a:lnT>
                    <a:lnB>
                      <a:noFill/>
                    </a:lnB>
                    <a:noFill/>
                  </a:tcPr>
                </a:tc>
                <a:tc>
                  <a:txBody>
                    <a:bodyPr/>
                    <a:lstStyle/>
                    <a:p>
                      <a:pPr algn="r" fontAlgn="b"/>
                      <a:r>
                        <a:rPr lang="en-US" sz="1200" b="0" i="0" u="none" strike="noStrike">
                          <a:solidFill>
                            <a:srgbClr val="000000"/>
                          </a:solidFill>
                          <a:effectLst/>
                          <a:latin typeface="Aptos Narrow" panose="020B0004020202020204" pitchFamily="34" charset="0"/>
                        </a:rPr>
                        <a:t>11.8</a:t>
                      </a:r>
                    </a:p>
                  </a:txBody>
                  <a:tcPr marL="9525" marR="9525" marT="9525" marB="0" anchor="b">
                    <a:lnL>
                      <a:noFill/>
                    </a:lnL>
                    <a:lnR>
                      <a:noFill/>
                    </a:lnR>
                    <a:lnT>
                      <a:noFill/>
                    </a:lnT>
                    <a:lnB>
                      <a:noFill/>
                    </a:lnB>
                    <a:noFill/>
                  </a:tcPr>
                </a:tc>
                <a:tc>
                  <a:txBody>
                    <a:bodyPr/>
                    <a:lstStyle/>
                    <a:p>
                      <a:pPr algn="r" fontAlgn="b"/>
                      <a:r>
                        <a:rPr lang="en-US" sz="1200" b="0" i="0" u="none" strike="noStrike">
                          <a:solidFill>
                            <a:srgbClr val="000000"/>
                          </a:solidFill>
                          <a:effectLst/>
                          <a:latin typeface="Aptos Narrow" panose="020B0004020202020204" pitchFamily="34" charset="0"/>
                        </a:rPr>
                        <a:t>4.7</a:t>
                      </a:r>
                    </a:p>
                  </a:txBody>
                  <a:tcPr marL="9525" marR="9525" marT="9525" marB="0" anchor="b">
                    <a:lnL>
                      <a:noFill/>
                    </a:lnL>
                    <a:lnR>
                      <a:noFill/>
                    </a:lnR>
                    <a:lnT>
                      <a:noFill/>
                    </a:lnT>
                    <a:lnB>
                      <a:noFill/>
                    </a:lnB>
                    <a:noFill/>
                  </a:tcPr>
                </a:tc>
                <a:tc>
                  <a:txBody>
                    <a:bodyPr/>
                    <a:lstStyle/>
                    <a:p>
                      <a:pPr algn="r" fontAlgn="b"/>
                      <a:r>
                        <a:rPr lang="en-US" sz="1200" b="0" i="0" u="none" strike="noStrike">
                          <a:solidFill>
                            <a:srgbClr val="000000"/>
                          </a:solidFill>
                          <a:effectLst/>
                          <a:latin typeface="Aptos Narrow" panose="020B0004020202020204" pitchFamily="34" charset="0"/>
                        </a:rPr>
                        <a:t>4.2</a:t>
                      </a:r>
                    </a:p>
                  </a:txBody>
                  <a:tcPr marL="9525" marR="9525" marT="9525" marB="0" anchor="b">
                    <a:lnL>
                      <a:noFill/>
                    </a:lnL>
                    <a:lnR>
                      <a:noFill/>
                    </a:lnR>
                    <a:lnT>
                      <a:noFill/>
                    </a:lnT>
                    <a:lnB>
                      <a:noFill/>
                    </a:lnB>
                    <a:noFill/>
                  </a:tcPr>
                </a:tc>
                <a:tc>
                  <a:txBody>
                    <a:bodyPr/>
                    <a:lstStyle/>
                    <a:p>
                      <a:pPr algn="l" fontAlgn="b"/>
                      <a:r>
                        <a:rPr lang="en-US" sz="1200" b="0" i="0" u="none" strike="noStrike">
                          <a:solidFill>
                            <a:srgbClr val="000000"/>
                          </a:solidFill>
                          <a:effectLst/>
                          <a:latin typeface="Aptos Narrow" panose="020B0004020202020204" pitchFamily="34" charset="0"/>
                        </a:rPr>
                        <a:t>cm</a:t>
                      </a:r>
                    </a:p>
                  </a:txBody>
                  <a:tcPr marL="9525" marR="9525" marT="9525" marB="0" anchor="b">
                    <a:lnL>
                      <a:noFill/>
                    </a:lnL>
                    <a:lnR>
                      <a:noFill/>
                    </a:lnR>
                    <a:lnT>
                      <a:noFill/>
                    </a:lnT>
                    <a:lnB>
                      <a:noFill/>
                    </a:lnB>
                    <a:noFill/>
                  </a:tcPr>
                </a:tc>
                <a:tc>
                  <a:txBody>
                    <a:bodyPr/>
                    <a:lstStyle/>
                    <a:p>
                      <a:pPr algn="r" fontAlgn="b"/>
                      <a:r>
                        <a:rPr lang="en-US" sz="1200" b="0" i="0" u="none" strike="noStrike">
                          <a:solidFill>
                            <a:srgbClr val="000000"/>
                          </a:solidFill>
                          <a:effectLst/>
                          <a:latin typeface="Aptos Narrow" panose="020B0004020202020204" pitchFamily="34" charset="0"/>
                        </a:rPr>
                        <a:t>19</a:t>
                      </a:r>
                    </a:p>
                  </a:txBody>
                  <a:tcPr marL="9525" marR="9525" marT="9525" marB="0" anchor="b">
                    <a:lnL>
                      <a:noFill/>
                    </a:lnL>
                    <a:lnR>
                      <a:noFill/>
                    </a:lnR>
                    <a:lnT>
                      <a:noFill/>
                    </a:lnT>
                    <a:lnB>
                      <a:noFill/>
                    </a:lnB>
                    <a:noFill/>
                  </a:tcPr>
                </a:tc>
                <a:tc>
                  <a:txBody>
                    <a:bodyPr/>
                    <a:lstStyle/>
                    <a:p>
                      <a:pPr algn="l" fontAlgn="b"/>
                      <a:r>
                        <a:rPr lang="en-US" sz="1200" b="0" i="0" u="none" strike="noStrike">
                          <a:solidFill>
                            <a:srgbClr val="000000"/>
                          </a:solidFill>
                          <a:effectLst/>
                          <a:latin typeface="Aptos Narrow" panose="020B0004020202020204" pitchFamily="34" charset="0"/>
                        </a:rPr>
                        <a:t>Freigegeben</a:t>
                      </a:r>
                    </a:p>
                  </a:txBody>
                  <a:tcPr marL="9525" marR="9525" marT="9525" marB="0" anchor="b">
                    <a:lnL>
                      <a:noFill/>
                    </a:lnL>
                    <a:lnR>
                      <a:noFill/>
                    </a:lnR>
                    <a:lnT>
                      <a:noFill/>
                    </a:lnT>
                    <a:lnB>
                      <a:noFill/>
                    </a:lnB>
                    <a:noFill/>
                  </a:tcPr>
                </a:tc>
                <a:tc>
                  <a:txBody>
                    <a:bodyPr/>
                    <a:lstStyle/>
                    <a:p>
                      <a:pPr algn="l" fontAlgn="b"/>
                      <a:endParaRPr lang="en-US" sz="1200" b="0" i="0" u="none" strike="noStrike">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extLst>
                  <a:ext uri="{0D108BD9-81ED-4DB2-BD59-A6C34878D82A}">
                    <a16:rowId xmlns:a16="http://schemas.microsoft.com/office/drawing/2014/main" val="2569071245"/>
                  </a:ext>
                </a:extLst>
              </a:tr>
              <a:tr h="203200">
                <a:tc>
                  <a:txBody>
                    <a:bodyPr/>
                    <a:lstStyle/>
                    <a:p>
                      <a:pPr algn="l" fontAlgn="b"/>
                      <a:r>
                        <a:rPr lang="en-US" sz="1200" b="0" i="0" u="none" strike="noStrike">
                          <a:solidFill>
                            <a:srgbClr val="000000"/>
                          </a:solidFill>
                          <a:effectLst/>
                          <a:latin typeface="Aptos Narrow" panose="020B0004020202020204" pitchFamily="34" charset="0"/>
                        </a:rPr>
                        <a:t>A0391</a:t>
                      </a:r>
                    </a:p>
                  </a:txBody>
                  <a:tcPr marL="9525" marR="9525" marT="9525" marB="0" anchor="b">
                    <a:lnL>
                      <a:noFill/>
                    </a:lnL>
                    <a:lnR>
                      <a:noFill/>
                    </a:lnR>
                    <a:lnT>
                      <a:noFill/>
                    </a:lnT>
                    <a:lnB>
                      <a:noFill/>
                    </a:lnB>
                    <a:noFill/>
                  </a:tcPr>
                </a:tc>
                <a:tc>
                  <a:txBody>
                    <a:bodyPr/>
                    <a:lstStyle/>
                    <a:p>
                      <a:pPr algn="l" fontAlgn="b"/>
                      <a:r>
                        <a:rPr lang="en-US" sz="1200" b="0" i="0" u="none" strike="noStrike">
                          <a:solidFill>
                            <a:srgbClr val="000000"/>
                          </a:solidFill>
                          <a:effectLst/>
                          <a:latin typeface="Aptos Narrow" panose="020B0004020202020204" pitchFamily="34" charset="0"/>
                        </a:rPr>
                        <a:t>Werk Ost</a:t>
                      </a:r>
                    </a:p>
                  </a:txBody>
                  <a:tcPr marL="9525" marR="9525" marT="9525" marB="0" anchor="b">
                    <a:lnL>
                      <a:noFill/>
                    </a:lnL>
                    <a:lnR>
                      <a:noFill/>
                    </a:lnR>
                    <a:lnT>
                      <a:noFill/>
                    </a:lnT>
                    <a:lnB>
                      <a:noFill/>
                    </a:lnB>
                    <a:noFill/>
                  </a:tcPr>
                </a:tc>
                <a:tc>
                  <a:txBody>
                    <a:bodyPr/>
                    <a:lstStyle/>
                    <a:p>
                      <a:pPr algn="l" fontAlgn="b"/>
                      <a:r>
                        <a:rPr lang="en-US" sz="1200" b="0" i="0" u="none" strike="noStrike">
                          <a:solidFill>
                            <a:srgbClr val="000000"/>
                          </a:solidFill>
                          <a:effectLst/>
                          <a:latin typeface="Aptos Narrow" panose="020B0004020202020204" pitchFamily="34" charset="0"/>
                        </a:rPr>
                        <a:t>D400</a:t>
                      </a:r>
                    </a:p>
                  </a:txBody>
                  <a:tcPr marL="9525" marR="9525" marT="9525" marB="0" anchor="b">
                    <a:lnL>
                      <a:noFill/>
                    </a:lnL>
                    <a:lnR>
                      <a:noFill/>
                    </a:lnR>
                    <a:lnT>
                      <a:noFill/>
                    </a:lnT>
                    <a:lnB>
                      <a:noFill/>
                    </a:lnB>
                    <a:noFill/>
                  </a:tcPr>
                </a:tc>
                <a:tc>
                  <a:txBody>
                    <a:bodyPr/>
                    <a:lstStyle/>
                    <a:p>
                      <a:pPr algn="r" fontAlgn="b"/>
                      <a:r>
                        <a:rPr lang="en-US" sz="1200" b="0" i="0" u="none" strike="noStrike">
                          <a:solidFill>
                            <a:srgbClr val="000000"/>
                          </a:solidFill>
                          <a:effectLst/>
                          <a:latin typeface="Aptos Narrow" panose="020B0004020202020204" pitchFamily="34" charset="0"/>
                        </a:rPr>
                        <a:t>20</a:t>
                      </a:r>
                    </a:p>
                  </a:txBody>
                  <a:tcPr marL="9525" marR="9525" marT="9525" marB="0" anchor="b">
                    <a:lnL>
                      <a:noFill/>
                    </a:lnL>
                    <a:lnR>
                      <a:noFill/>
                    </a:lnR>
                    <a:lnT>
                      <a:noFill/>
                    </a:lnT>
                    <a:lnB>
                      <a:noFill/>
                    </a:lnB>
                    <a:noFill/>
                  </a:tcPr>
                </a:tc>
                <a:tc>
                  <a:txBody>
                    <a:bodyPr/>
                    <a:lstStyle/>
                    <a:p>
                      <a:pPr algn="l" fontAlgn="b"/>
                      <a:r>
                        <a:rPr lang="en-US" sz="1200" b="0" i="0" u="none" strike="noStrike">
                          <a:solidFill>
                            <a:srgbClr val="000000"/>
                          </a:solidFill>
                          <a:effectLst/>
                          <a:latin typeface="Aptos Narrow" panose="020B0004020202020204" pitchFamily="34" charset="0"/>
                        </a:rPr>
                        <a:t>D03</a:t>
                      </a:r>
                    </a:p>
                  </a:txBody>
                  <a:tcPr marL="9525" marR="9525" marT="9525" marB="0" anchor="b">
                    <a:lnL>
                      <a:noFill/>
                    </a:lnL>
                    <a:lnR>
                      <a:noFill/>
                    </a:lnR>
                    <a:lnT>
                      <a:noFill/>
                    </a:lnT>
                    <a:lnB>
                      <a:noFill/>
                    </a:lnB>
                    <a:noFill/>
                  </a:tcPr>
                </a:tc>
                <a:tc>
                  <a:txBody>
                    <a:bodyPr/>
                    <a:lstStyle/>
                    <a:p>
                      <a:pPr algn="r" fontAlgn="b"/>
                      <a:r>
                        <a:rPr lang="en-US" sz="1200" b="0" i="0" u="none" strike="noStrike">
                          <a:solidFill>
                            <a:srgbClr val="000000"/>
                          </a:solidFill>
                          <a:effectLst/>
                          <a:latin typeface="Aptos Narrow" panose="020B0004020202020204" pitchFamily="34" charset="0"/>
                        </a:rPr>
                        <a:t>16.2</a:t>
                      </a:r>
                    </a:p>
                  </a:txBody>
                  <a:tcPr marL="9525" marR="9525" marT="9525" marB="0" anchor="b">
                    <a:lnL>
                      <a:noFill/>
                    </a:lnL>
                    <a:lnR>
                      <a:noFill/>
                    </a:lnR>
                    <a:lnT>
                      <a:noFill/>
                    </a:lnT>
                    <a:lnB>
                      <a:noFill/>
                    </a:lnB>
                    <a:noFill/>
                  </a:tcPr>
                </a:tc>
                <a:tc>
                  <a:txBody>
                    <a:bodyPr/>
                    <a:lstStyle/>
                    <a:p>
                      <a:pPr algn="r" fontAlgn="b"/>
                      <a:r>
                        <a:rPr lang="en-US" sz="1200" b="0" i="0" u="none" strike="noStrike">
                          <a:solidFill>
                            <a:srgbClr val="000000"/>
                          </a:solidFill>
                          <a:effectLst/>
                          <a:latin typeface="Aptos Narrow" panose="020B0004020202020204" pitchFamily="34" charset="0"/>
                        </a:rPr>
                        <a:t>9.7</a:t>
                      </a:r>
                    </a:p>
                  </a:txBody>
                  <a:tcPr marL="9525" marR="9525" marT="9525" marB="0" anchor="b">
                    <a:lnL>
                      <a:noFill/>
                    </a:lnL>
                    <a:lnR>
                      <a:noFill/>
                    </a:lnR>
                    <a:lnT>
                      <a:noFill/>
                    </a:lnT>
                    <a:lnB>
                      <a:noFill/>
                    </a:lnB>
                    <a:noFill/>
                  </a:tcPr>
                </a:tc>
                <a:tc>
                  <a:txBody>
                    <a:bodyPr/>
                    <a:lstStyle/>
                    <a:p>
                      <a:pPr algn="r" fontAlgn="b"/>
                      <a:r>
                        <a:rPr lang="en-US" sz="1200" b="0" i="0" u="none" strike="noStrike">
                          <a:solidFill>
                            <a:srgbClr val="000000"/>
                          </a:solidFill>
                          <a:effectLst/>
                          <a:latin typeface="Aptos Narrow" panose="020B0004020202020204" pitchFamily="34" charset="0"/>
                        </a:rPr>
                        <a:t>20.7</a:t>
                      </a:r>
                    </a:p>
                  </a:txBody>
                  <a:tcPr marL="9525" marR="9525" marT="9525" marB="0" anchor="b">
                    <a:lnL>
                      <a:noFill/>
                    </a:lnL>
                    <a:lnR>
                      <a:noFill/>
                    </a:lnR>
                    <a:lnT>
                      <a:noFill/>
                    </a:lnT>
                    <a:lnB>
                      <a:noFill/>
                    </a:lnB>
                    <a:noFill/>
                  </a:tcPr>
                </a:tc>
                <a:tc>
                  <a:txBody>
                    <a:bodyPr/>
                    <a:lstStyle/>
                    <a:p>
                      <a:pPr algn="l" fontAlgn="b"/>
                      <a:r>
                        <a:rPr lang="en-US" sz="1200" b="0" i="0" u="none" strike="noStrike">
                          <a:solidFill>
                            <a:srgbClr val="000000"/>
                          </a:solidFill>
                          <a:effectLst/>
                          <a:latin typeface="Aptos Narrow" panose="020B0004020202020204" pitchFamily="34" charset="0"/>
                        </a:rPr>
                        <a:t>cm</a:t>
                      </a:r>
                    </a:p>
                  </a:txBody>
                  <a:tcPr marL="9525" marR="9525" marT="9525" marB="0" anchor="b">
                    <a:lnL>
                      <a:noFill/>
                    </a:lnL>
                    <a:lnR>
                      <a:noFill/>
                    </a:lnR>
                    <a:lnT>
                      <a:noFill/>
                    </a:lnT>
                    <a:lnB>
                      <a:noFill/>
                    </a:lnB>
                    <a:noFill/>
                  </a:tcPr>
                </a:tc>
                <a:tc>
                  <a:txBody>
                    <a:bodyPr/>
                    <a:lstStyle/>
                    <a:p>
                      <a:pPr algn="r" fontAlgn="b"/>
                      <a:r>
                        <a:rPr lang="en-US" sz="1200" b="0" i="0" u="none" strike="noStrike">
                          <a:solidFill>
                            <a:srgbClr val="000000"/>
                          </a:solidFill>
                          <a:effectLst/>
                          <a:latin typeface="Aptos Narrow" panose="020B0004020202020204" pitchFamily="34" charset="0"/>
                        </a:rPr>
                        <a:t>17</a:t>
                      </a:r>
                    </a:p>
                  </a:txBody>
                  <a:tcPr marL="9525" marR="9525" marT="9525" marB="0" anchor="b">
                    <a:lnL>
                      <a:noFill/>
                    </a:lnL>
                    <a:lnR>
                      <a:noFill/>
                    </a:lnR>
                    <a:lnT>
                      <a:noFill/>
                    </a:lnT>
                    <a:lnB>
                      <a:noFill/>
                    </a:lnB>
                    <a:noFill/>
                  </a:tcPr>
                </a:tc>
                <a:tc>
                  <a:txBody>
                    <a:bodyPr/>
                    <a:lstStyle/>
                    <a:p>
                      <a:pPr algn="l" fontAlgn="b"/>
                      <a:r>
                        <a:rPr lang="en-US" sz="1200" b="0" i="0" u="none" strike="noStrike">
                          <a:solidFill>
                            <a:srgbClr val="000000"/>
                          </a:solidFill>
                          <a:effectLst/>
                          <a:latin typeface="Aptos Narrow" panose="020B0004020202020204" pitchFamily="34" charset="0"/>
                        </a:rPr>
                        <a:t>Freigegeben</a:t>
                      </a:r>
                    </a:p>
                  </a:txBody>
                  <a:tcPr marL="9525" marR="9525" marT="9525" marB="0" anchor="b">
                    <a:lnL>
                      <a:noFill/>
                    </a:lnL>
                    <a:lnR>
                      <a:noFill/>
                    </a:lnR>
                    <a:lnT>
                      <a:noFill/>
                    </a:lnT>
                    <a:lnB>
                      <a:noFill/>
                    </a:lnB>
                    <a:noFill/>
                  </a:tcPr>
                </a:tc>
                <a:tc>
                  <a:txBody>
                    <a:bodyPr/>
                    <a:lstStyle/>
                    <a:p>
                      <a:pPr algn="l" fontAlgn="b"/>
                      <a:endParaRPr lang="en-US" sz="1200" b="0" i="0" u="none" strike="noStrike">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extLst>
                  <a:ext uri="{0D108BD9-81ED-4DB2-BD59-A6C34878D82A}">
                    <a16:rowId xmlns:a16="http://schemas.microsoft.com/office/drawing/2014/main" val="22303452"/>
                  </a:ext>
                </a:extLst>
              </a:tr>
              <a:tr h="203200">
                <a:tc>
                  <a:txBody>
                    <a:bodyPr/>
                    <a:lstStyle/>
                    <a:p>
                      <a:pPr algn="l" fontAlgn="b"/>
                      <a:r>
                        <a:rPr lang="en-US" sz="1200" b="0" i="0" u="none" strike="noStrike">
                          <a:solidFill>
                            <a:srgbClr val="000000"/>
                          </a:solidFill>
                          <a:effectLst/>
                          <a:latin typeface="Aptos Narrow" panose="020B0004020202020204" pitchFamily="34" charset="0"/>
                        </a:rPr>
                        <a:t>A0391</a:t>
                      </a:r>
                    </a:p>
                  </a:txBody>
                  <a:tcPr marL="9525" marR="9525" marT="9525" marB="0" anchor="b">
                    <a:lnL>
                      <a:noFill/>
                    </a:lnL>
                    <a:lnR>
                      <a:noFill/>
                    </a:lnR>
                    <a:lnT>
                      <a:noFill/>
                    </a:lnT>
                    <a:lnB>
                      <a:noFill/>
                    </a:lnB>
                    <a:noFill/>
                  </a:tcPr>
                </a:tc>
                <a:tc>
                  <a:txBody>
                    <a:bodyPr/>
                    <a:lstStyle/>
                    <a:p>
                      <a:pPr algn="l" fontAlgn="b"/>
                      <a:r>
                        <a:rPr lang="en-US" sz="1200" b="0" i="0" u="none" strike="noStrike">
                          <a:solidFill>
                            <a:srgbClr val="000000"/>
                          </a:solidFill>
                          <a:effectLst/>
                          <a:latin typeface="Aptos Narrow" panose="020B0004020202020204" pitchFamily="34" charset="0"/>
                        </a:rPr>
                        <a:t>Werk Ost</a:t>
                      </a:r>
                    </a:p>
                  </a:txBody>
                  <a:tcPr marL="9525" marR="9525" marT="9525" marB="0" anchor="b">
                    <a:lnL>
                      <a:noFill/>
                    </a:lnL>
                    <a:lnR>
                      <a:noFill/>
                    </a:lnR>
                    <a:lnT>
                      <a:noFill/>
                    </a:lnT>
                    <a:lnB>
                      <a:noFill/>
                    </a:lnB>
                    <a:noFill/>
                  </a:tcPr>
                </a:tc>
                <a:tc>
                  <a:txBody>
                    <a:bodyPr/>
                    <a:lstStyle/>
                    <a:p>
                      <a:pPr algn="l" fontAlgn="b"/>
                      <a:r>
                        <a:rPr lang="en-US" sz="1200" b="0" i="0" u="none" strike="noStrike">
                          <a:solidFill>
                            <a:srgbClr val="000000"/>
                          </a:solidFill>
                          <a:effectLst/>
                          <a:latin typeface="Aptos Narrow" panose="020B0004020202020204" pitchFamily="34" charset="0"/>
                        </a:rPr>
                        <a:t>D400</a:t>
                      </a:r>
                    </a:p>
                  </a:txBody>
                  <a:tcPr marL="9525" marR="9525" marT="9525" marB="0" anchor="b">
                    <a:lnL>
                      <a:noFill/>
                    </a:lnL>
                    <a:lnR>
                      <a:noFill/>
                    </a:lnR>
                    <a:lnT>
                      <a:noFill/>
                    </a:lnT>
                    <a:lnB>
                      <a:noFill/>
                    </a:lnB>
                    <a:noFill/>
                  </a:tcPr>
                </a:tc>
                <a:tc>
                  <a:txBody>
                    <a:bodyPr/>
                    <a:lstStyle/>
                    <a:p>
                      <a:pPr algn="r" fontAlgn="b"/>
                      <a:r>
                        <a:rPr lang="en-US" sz="1200" b="0" i="0" u="none" strike="noStrike">
                          <a:solidFill>
                            <a:srgbClr val="000000"/>
                          </a:solidFill>
                          <a:effectLst/>
                          <a:latin typeface="Aptos Narrow" panose="020B0004020202020204" pitchFamily="34" charset="0"/>
                        </a:rPr>
                        <a:t>20</a:t>
                      </a:r>
                    </a:p>
                  </a:txBody>
                  <a:tcPr marL="9525" marR="9525" marT="9525" marB="0" anchor="b">
                    <a:lnL>
                      <a:noFill/>
                    </a:lnL>
                    <a:lnR>
                      <a:noFill/>
                    </a:lnR>
                    <a:lnT>
                      <a:noFill/>
                    </a:lnT>
                    <a:lnB>
                      <a:noFill/>
                    </a:lnB>
                    <a:noFill/>
                  </a:tcPr>
                </a:tc>
                <a:tc>
                  <a:txBody>
                    <a:bodyPr/>
                    <a:lstStyle/>
                    <a:p>
                      <a:pPr algn="l" fontAlgn="b"/>
                      <a:r>
                        <a:rPr lang="en-US" sz="1200" b="0" i="0" u="none" strike="noStrike">
                          <a:solidFill>
                            <a:srgbClr val="000000"/>
                          </a:solidFill>
                          <a:effectLst/>
                          <a:latin typeface="Aptos Narrow" panose="020B0004020202020204" pitchFamily="34" charset="0"/>
                        </a:rPr>
                        <a:t>D03</a:t>
                      </a:r>
                    </a:p>
                  </a:txBody>
                  <a:tcPr marL="9525" marR="9525" marT="9525" marB="0" anchor="b">
                    <a:lnL>
                      <a:noFill/>
                    </a:lnL>
                    <a:lnR>
                      <a:noFill/>
                    </a:lnR>
                    <a:lnT>
                      <a:noFill/>
                    </a:lnT>
                    <a:lnB>
                      <a:noFill/>
                    </a:lnB>
                    <a:noFill/>
                  </a:tcPr>
                </a:tc>
                <a:tc>
                  <a:txBody>
                    <a:bodyPr/>
                    <a:lstStyle/>
                    <a:p>
                      <a:pPr algn="r" fontAlgn="b"/>
                      <a:r>
                        <a:rPr lang="en-US" sz="1200" b="0" i="0" u="none" strike="noStrike">
                          <a:solidFill>
                            <a:srgbClr val="000000"/>
                          </a:solidFill>
                          <a:effectLst/>
                          <a:latin typeface="Aptos Narrow" panose="020B0004020202020204" pitchFamily="34" charset="0"/>
                        </a:rPr>
                        <a:t>16.2</a:t>
                      </a:r>
                    </a:p>
                  </a:txBody>
                  <a:tcPr marL="9525" marR="9525" marT="9525" marB="0" anchor="b">
                    <a:lnL>
                      <a:noFill/>
                    </a:lnL>
                    <a:lnR>
                      <a:noFill/>
                    </a:lnR>
                    <a:lnT>
                      <a:noFill/>
                    </a:lnT>
                    <a:lnB>
                      <a:noFill/>
                    </a:lnB>
                    <a:noFill/>
                  </a:tcPr>
                </a:tc>
                <a:tc>
                  <a:txBody>
                    <a:bodyPr/>
                    <a:lstStyle/>
                    <a:p>
                      <a:pPr algn="r" fontAlgn="b"/>
                      <a:r>
                        <a:rPr lang="en-US" sz="1200" b="0" i="0" u="none" strike="noStrike">
                          <a:solidFill>
                            <a:srgbClr val="000000"/>
                          </a:solidFill>
                          <a:effectLst/>
                          <a:latin typeface="Aptos Narrow" panose="020B0004020202020204" pitchFamily="34" charset="0"/>
                        </a:rPr>
                        <a:t>9.7</a:t>
                      </a:r>
                    </a:p>
                  </a:txBody>
                  <a:tcPr marL="9525" marR="9525" marT="9525" marB="0" anchor="b">
                    <a:lnL>
                      <a:noFill/>
                    </a:lnL>
                    <a:lnR>
                      <a:noFill/>
                    </a:lnR>
                    <a:lnT>
                      <a:noFill/>
                    </a:lnT>
                    <a:lnB>
                      <a:noFill/>
                    </a:lnB>
                    <a:noFill/>
                  </a:tcPr>
                </a:tc>
                <a:tc>
                  <a:txBody>
                    <a:bodyPr/>
                    <a:lstStyle/>
                    <a:p>
                      <a:pPr algn="r" fontAlgn="b"/>
                      <a:r>
                        <a:rPr lang="en-US" sz="1200" b="0" i="0" u="none" strike="noStrike">
                          <a:solidFill>
                            <a:srgbClr val="000000"/>
                          </a:solidFill>
                          <a:effectLst/>
                          <a:latin typeface="Aptos Narrow" panose="020B0004020202020204" pitchFamily="34" charset="0"/>
                        </a:rPr>
                        <a:t>20.7</a:t>
                      </a:r>
                    </a:p>
                  </a:txBody>
                  <a:tcPr marL="9525" marR="9525" marT="9525" marB="0" anchor="b">
                    <a:lnL>
                      <a:noFill/>
                    </a:lnL>
                    <a:lnR>
                      <a:noFill/>
                    </a:lnR>
                    <a:lnT>
                      <a:noFill/>
                    </a:lnT>
                    <a:lnB>
                      <a:noFill/>
                    </a:lnB>
                    <a:noFill/>
                  </a:tcPr>
                </a:tc>
                <a:tc>
                  <a:txBody>
                    <a:bodyPr/>
                    <a:lstStyle/>
                    <a:p>
                      <a:pPr algn="l" fontAlgn="b"/>
                      <a:r>
                        <a:rPr lang="en-US" sz="1200" b="0" i="0" u="none" strike="noStrike">
                          <a:solidFill>
                            <a:srgbClr val="000000"/>
                          </a:solidFill>
                          <a:effectLst/>
                          <a:latin typeface="Aptos Narrow" panose="020B0004020202020204" pitchFamily="34" charset="0"/>
                        </a:rPr>
                        <a:t>cm</a:t>
                      </a:r>
                    </a:p>
                  </a:txBody>
                  <a:tcPr marL="9525" marR="9525" marT="9525" marB="0" anchor="b">
                    <a:lnL>
                      <a:noFill/>
                    </a:lnL>
                    <a:lnR>
                      <a:noFill/>
                    </a:lnR>
                    <a:lnT>
                      <a:noFill/>
                    </a:lnT>
                    <a:lnB>
                      <a:noFill/>
                    </a:lnB>
                    <a:noFill/>
                  </a:tcPr>
                </a:tc>
                <a:tc>
                  <a:txBody>
                    <a:bodyPr/>
                    <a:lstStyle/>
                    <a:p>
                      <a:pPr algn="r" fontAlgn="b"/>
                      <a:r>
                        <a:rPr lang="en-US" sz="1200" b="0" i="0" u="none" strike="noStrike">
                          <a:solidFill>
                            <a:srgbClr val="000000"/>
                          </a:solidFill>
                          <a:effectLst/>
                          <a:latin typeface="Aptos Narrow" panose="020B0004020202020204" pitchFamily="34" charset="0"/>
                        </a:rPr>
                        <a:t>19</a:t>
                      </a:r>
                    </a:p>
                  </a:txBody>
                  <a:tcPr marL="9525" marR="9525" marT="9525" marB="0" anchor="b">
                    <a:lnL>
                      <a:noFill/>
                    </a:lnL>
                    <a:lnR>
                      <a:noFill/>
                    </a:lnR>
                    <a:lnT>
                      <a:noFill/>
                    </a:lnT>
                    <a:lnB>
                      <a:noFill/>
                    </a:lnB>
                    <a:noFill/>
                  </a:tcPr>
                </a:tc>
                <a:tc>
                  <a:txBody>
                    <a:bodyPr/>
                    <a:lstStyle/>
                    <a:p>
                      <a:pPr algn="l" fontAlgn="b"/>
                      <a:r>
                        <a:rPr lang="en-US" sz="1200" b="0" i="0" u="none" strike="noStrike">
                          <a:solidFill>
                            <a:srgbClr val="000000"/>
                          </a:solidFill>
                          <a:effectLst/>
                          <a:latin typeface="Aptos Narrow" panose="020B0004020202020204" pitchFamily="34" charset="0"/>
                        </a:rPr>
                        <a:t>Freigegeben</a:t>
                      </a:r>
                    </a:p>
                  </a:txBody>
                  <a:tcPr marL="9525" marR="9525" marT="9525" marB="0" anchor="b">
                    <a:lnL>
                      <a:noFill/>
                    </a:lnL>
                    <a:lnR>
                      <a:noFill/>
                    </a:lnR>
                    <a:lnT>
                      <a:noFill/>
                    </a:lnT>
                    <a:lnB>
                      <a:noFill/>
                    </a:lnB>
                    <a:noFill/>
                  </a:tcPr>
                </a:tc>
                <a:tc>
                  <a:txBody>
                    <a:bodyPr/>
                    <a:lstStyle/>
                    <a:p>
                      <a:pPr algn="l" fontAlgn="b"/>
                      <a:endParaRPr lang="en-US" sz="1200" b="0" i="0" u="none" strike="noStrike">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extLst>
                  <a:ext uri="{0D108BD9-81ED-4DB2-BD59-A6C34878D82A}">
                    <a16:rowId xmlns:a16="http://schemas.microsoft.com/office/drawing/2014/main" val="3124945972"/>
                  </a:ext>
                </a:extLst>
              </a:tr>
              <a:tr h="203200">
                <a:tc>
                  <a:txBody>
                    <a:bodyPr/>
                    <a:lstStyle/>
                    <a:p>
                      <a:pPr algn="l" fontAlgn="b"/>
                      <a:endParaRPr lang="en-US" sz="1200" b="0" i="0" u="none" strike="noStrike">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a:txBody>
                    <a:bodyPr/>
                    <a:lstStyle/>
                    <a:p>
                      <a:pPr algn="l" fontAlgn="b"/>
                      <a:endParaRPr lang="en-US" sz="1200" b="0" i="0" u="none" strike="noStrike">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a:txBody>
                    <a:bodyPr/>
                    <a:lstStyle/>
                    <a:p>
                      <a:pPr algn="l" fontAlgn="b"/>
                      <a:endParaRPr lang="en-US" sz="1200" b="0" i="0" u="none" strike="noStrike">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a:txBody>
                    <a:bodyPr/>
                    <a:lstStyle/>
                    <a:p>
                      <a:pPr algn="l" fontAlgn="b"/>
                      <a:endParaRPr lang="en-US" sz="1200" b="0" i="0" u="none" strike="noStrike">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a:txBody>
                    <a:bodyPr/>
                    <a:lstStyle/>
                    <a:p>
                      <a:pPr algn="l" fontAlgn="b"/>
                      <a:endParaRPr lang="en-US" sz="1200" b="0" i="0" u="none" strike="noStrike">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a:txBody>
                    <a:bodyPr/>
                    <a:lstStyle/>
                    <a:p>
                      <a:pPr algn="l" fontAlgn="b"/>
                      <a:endParaRPr lang="en-US" sz="1200" b="0" i="0" u="none" strike="noStrike">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a:txBody>
                    <a:bodyPr/>
                    <a:lstStyle/>
                    <a:p>
                      <a:pPr algn="l" fontAlgn="b"/>
                      <a:endParaRPr lang="en-US" sz="1200" b="0" i="0" u="none" strike="noStrike">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a:txBody>
                    <a:bodyPr/>
                    <a:lstStyle/>
                    <a:p>
                      <a:pPr algn="l" fontAlgn="b"/>
                      <a:endParaRPr lang="en-US" sz="1200" b="0" i="0" u="none" strike="noStrike">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a:txBody>
                    <a:bodyPr/>
                    <a:lstStyle/>
                    <a:p>
                      <a:pPr algn="l" fontAlgn="b"/>
                      <a:endParaRPr lang="en-US" sz="1200" b="0" i="0" u="none" strike="noStrike">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a:txBody>
                    <a:bodyPr/>
                    <a:lstStyle/>
                    <a:p>
                      <a:pPr algn="l" fontAlgn="b"/>
                      <a:endParaRPr lang="en-US" sz="1200" b="0" i="0" u="none" strike="noStrike">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a:txBody>
                    <a:bodyPr/>
                    <a:lstStyle/>
                    <a:p>
                      <a:pPr algn="l" fontAlgn="b"/>
                      <a:endParaRPr lang="en-US" sz="1200" b="0" i="0" u="none" strike="noStrike">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a:txBody>
                    <a:bodyPr/>
                    <a:lstStyle/>
                    <a:p>
                      <a:pPr algn="l" fontAlgn="b"/>
                      <a:endParaRPr lang="en-US" sz="12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extLst>
                  <a:ext uri="{0D108BD9-81ED-4DB2-BD59-A6C34878D82A}">
                    <a16:rowId xmlns:a16="http://schemas.microsoft.com/office/drawing/2014/main" val="35187717"/>
                  </a:ext>
                </a:extLst>
              </a:tr>
            </a:tbl>
          </a:graphicData>
        </a:graphic>
      </p:graphicFrame>
    </p:spTree>
    <p:extLst>
      <p:ext uri="{BB962C8B-B14F-4D97-AF65-F5344CB8AC3E}">
        <p14:creationId xmlns:p14="http://schemas.microsoft.com/office/powerpoint/2010/main" val="20382011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B32564-C5F5-BFBA-9FB7-3F1B540E4FE6}"/>
              </a:ext>
            </a:extLst>
          </p:cNvPr>
          <p:cNvSpPr>
            <a:spLocks noGrp="1"/>
          </p:cNvSpPr>
          <p:nvPr>
            <p:ph type="title"/>
          </p:nvPr>
        </p:nvSpPr>
        <p:spPr/>
        <p:txBody>
          <a:bodyPr/>
          <a:lstStyle/>
          <a:p>
            <a:r>
              <a:rPr lang="de-DE" dirty="0" err="1"/>
              <a:t>Improvements</a:t>
            </a:r>
            <a:endParaRPr lang="de-DE" dirty="0"/>
          </a:p>
        </p:txBody>
      </p:sp>
      <p:sp>
        <p:nvSpPr>
          <p:cNvPr id="3" name="Content Placeholder 2">
            <a:extLst>
              <a:ext uri="{FF2B5EF4-FFF2-40B4-BE49-F238E27FC236}">
                <a16:creationId xmlns:a16="http://schemas.microsoft.com/office/drawing/2014/main" id="{00BB9CD2-C99E-9F3A-6473-432077A52D18}"/>
              </a:ext>
            </a:extLst>
          </p:cNvPr>
          <p:cNvSpPr>
            <a:spLocks noGrp="1"/>
          </p:cNvSpPr>
          <p:nvPr>
            <p:ph idx="1"/>
          </p:nvPr>
        </p:nvSpPr>
        <p:spPr/>
        <p:txBody>
          <a:bodyPr>
            <a:normAutofit/>
          </a:bodyPr>
          <a:lstStyle/>
          <a:p>
            <a:r>
              <a:rPr lang="de-DE" sz="1400" dirty="0"/>
              <a:t>Data </a:t>
            </a:r>
            <a:r>
              <a:rPr lang="de-DE" sz="1400" dirty="0" err="1"/>
              <a:t>from</a:t>
            </a:r>
            <a:r>
              <a:rPr lang="de-DE" sz="1400" dirty="0"/>
              <a:t> flat </a:t>
            </a:r>
            <a:r>
              <a:rPr lang="de-DE" sz="1400" dirty="0" err="1"/>
              <a:t>files</a:t>
            </a:r>
            <a:r>
              <a:rPr lang="de-DE" sz="1400" dirty="0"/>
              <a:t> (</a:t>
            </a:r>
            <a:r>
              <a:rPr lang="de-DE" sz="1400" dirty="0" err="1"/>
              <a:t>excel</a:t>
            </a:r>
            <a:r>
              <a:rPr lang="de-DE" sz="1400" dirty="0"/>
              <a:t>), </a:t>
            </a:r>
            <a:r>
              <a:rPr lang="de-DE" sz="1400" dirty="0" err="1"/>
              <a:t>there</a:t>
            </a:r>
            <a:r>
              <a:rPr lang="de-DE" sz="1400" dirty="0"/>
              <a:t> </a:t>
            </a:r>
            <a:r>
              <a:rPr lang="de-DE" sz="1400" dirty="0" err="1"/>
              <a:t>is</a:t>
            </a:r>
            <a:r>
              <a:rPr lang="de-DE" sz="1400" dirty="0"/>
              <a:t> </a:t>
            </a:r>
            <a:r>
              <a:rPr lang="de-DE" sz="1400" dirty="0" err="1"/>
              <a:t>nothing</a:t>
            </a:r>
            <a:r>
              <a:rPr lang="de-DE" sz="1400" dirty="0"/>
              <a:t> </a:t>
            </a:r>
            <a:r>
              <a:rPr lang="de-DE" sz="1400" dirty="0" err="1"/>
              <a:t>enforcing</a:t>
            </a:r>
            <a:r>
              <a:rPr lang="de-DE" sz="1400" dirty="0"/>
              <a:t> </a:t>
            </a:r>
            <a:r>
              <a:rPr lang="de-DE" sz="1400" dirty="0" err="1"/>
              <a:t>data</a:t>
            </a:r>
            <a:r>
              <a:rPr lang="de-DE" sz="1400" dirty="0"/>
              <a:t> at </a:t>
            </a:r>
            <a:r>
              <a:rPr lang="de-DE" sz="1400" dirty="0" err="1"/>
              <a:t>the</a:t>
            </a:r>
            <a:r>
              <a:rPr lang="de-DE" sz="1400" dirty="0"/>
              <a:t> </a:t>
            </a:r>
            <a:r>
              <a:rPr lang="de-DE" sz="1400" dirty="0" err="1"/>
              <a:t>storage</a:t>
            </a:r>
            <a:r>
              <a:rPr lang="de-DE" sz="1400" dirty="0"/>
              <a:t> </a:t>
            </a:r>
            <a:r>
              <a:rPr lang="de-DE" sz="1400" dirty="0" err="1"/>
              <a:t>level</a:t>
            </a:r>
            <a:r>
              <a:rPr lang="de-DE" sz="1400" dirty="0"/>
              <a:t>. </a:t>
            </a:r>
            <a:r>
              <a:rPr lang="de-DE" sz="1400" dirty="0" err="1"/>
              <a:t>No</a:t>
            </a:r>
            <a:r>
              <a:rPr lang="de-DE" sz="1400" dirty="0"/>
              <a:t> PK </a:t>
            </a:r>
            <a:r>
              <a:rPr lang="de-DE" sz="1400" dirty="0" err="1"/>
              <a:t>constrains</a:t>
            </a:r>
            <a:r>
              <a:rPr lang="de-DE" sz="1400" dirty="0"/>
              <a:t>, </a:t>
            </a:r>
            <a:r>
              <a:rPr lang="de-DE" sz="1400" dirty="0" err="1"/>
              <a:t>no</a:t>
            </a:r>
            <a:r>
              <a:rPr lang="de-DE" sz="1400" dirty="0"/>
              <a:t> </a:t>
            </a:r>
            <a:r>
              <a:rPr lang="de-DE" sz="1400" dirty="0" err="1"/>
              <a:t>foreign</a:t>
            </a:r>
            <a:r>
              <a:rPr lang="de-DE" sz="1400" dirty="0"/>
              <a:t> </a:t>
            </a:r>
            <a:r>
              <a:rPr lang="de-DE" sz="1400" dirty="0" err="1"/>
              <a:t>key</a:t>
            </a:r>
            <a:r>
              <a:rPr lang="de-DE" sz="1400" dirty="0"/>
              <a:t> </a:t>
            </a:r>
            <a:r>
              <a:rPr lang="de-DE" sz="1400" dirty="0" err="1"/>
              <a:t>constraints</a:t>
            </a:r>
            <a:r>
              <a:rPr lang="de-DE" sz="1400" dirty="0"/>
              <a:t>, </a:t>
            </a:r>
            <a:r>
              <a:rPr lang="de-DE" sz="1400" dirty="0" err="1"/>
              <a:t>no</a:t>
            </a:r>
            <a:r>
              <a:rPr lang="de-DE" sz="1400" dirty="0"/>
              <a:t> type </a:t>
            </a:r>
            <a:r>
              <a:rPr lang="de-DE" sz="1400" dirty="0" err="1"/>
              <a:t>enforcement</a:t>
            </a:r>
            <a:r>
              <a:rPr lang="de-DE" sz="1400" dirty="0"/>
              <a:t>. </a:t>
            </a:r>
            <a:r>
              <a:rPr lang="de-DE" sz="1400" dirty="0">
                <a:sym typeface="Wingdings" pitchFamily="2" charset="2"/>
              </a:rPr>
              <a:t> </a:t>
            </a:r>
            <a:r>
              <a:rPr lang="de-DE" sz="1400" dirty="0" err="1">
                <a:sym typeface="Wingdings" pitchFamily="2" charset="2"/>
              </a:rPr>
              <a:t>Structural</a:t>
            </a:r>
            <a:r>
              <a:rPr lang="de-DE" sz="1400" dirty="0">
                <a:sym typeface="Wingdings" pitchFamily="2" charset="2"/>
              </a:rPr>
              <a:t> </a:t>
            </a:r>
            <a:r>
              <a:rPr lang="de-DE" sz="1400" dirty="0" err="1">
                <a:sym typeface="Wingdings" pitchFamily="2" charset="2"/>
              </a:rPr>
              <a:t>recommentation</a:t>
            </a:r>
            <a:r>
              <a:rPr lang="de-DE" sz="1400" dirty="0">
                <a:sym typeface="Wingdings" pitchFamily="2" charset="2"/>
              </a:rPr>
              <a:t>: </a:t>
            </a:r>
            <a:r>
              <a:rPr lang="en-US" sz="1400" dirty="0"/>
              <a:t>"Solange die </a:t>
            </a:r>
            <a:r>
              <a:rPr lang="en-US" sz="1400" dirty="0" err="1"/>
              <a:t>Daten</a:t>
            </a:r>
            <a:r>
              <a:rPr lang="en-US" sz="1400" dirty="0"/>
              <a:t> in Excel </a:t>
            </a:r>
            <a:r>
              <a:rPr lang="en-US" sz="1400" dirty="0" err="1"/>
              <a:t>gepflegt</a:t>
            </a:r>
            <a:r>
              <a:rPr lang="en-US" sz="1400" dirty="0"/>
              <a:t> </a:t>
            </a:r>
            <a:r>
              <a:rPr lang="en-US" sz="1400" dirty="0" err="1"/>
              <a:t>werden</a:t>
            </a:r>
            <a:r>
              <a:rPr lang="en-US" sz="1400" dirty="0"/>
              <a:t>, </a:t>
            </a:r>
            <a:r>
              <a:rPr lang="en-US" sz="1400" dirty="0" err="1"/>
              <a:t>können</a:t>
            </a:r>
            <a:r>
              <a:rPr lang="en-US" sz="1400" dirty="0"/>
              <a:t> </a:t>
            </a:r>
            <a:r>
              <a:rPr lang="en-US" sz="1400" dirty="0" err="1"/>
              <a:t>Duplikate</a:t>
            </a:r>
            <a:r>
              <a:rPr lang="en-US" sz="1400" dirty="0"/>
              <a:t>, </a:t>
            </a:r>
            <a:r>
              <a:rPr lang="en-US" sz="1400" dirty="0" err="1"/>
              <a:t>Phantomdatensätze</a:t>
            </a:r>
            <a:r>
              <a:rPr lang="en-US" sz="1400" dirty="0"/>
              <a:t> und </a:t>
            </a:r>
            <a:r>
              <a:rPr lang="en-US" sz="1400" dirty="0" err="1"/>
              <a:t>Inkonsistenzen</a:t>
            </a:r>
            <a:r>
              <a:rPr lang="en-US" sz="1400" dirty="0"/>
              <a:t> </a:t>
            </a:r>
            <a:r>
              <a:rPr lang="en-US" sz="1400" dirty="0" err="1"/>
              <a:t>nicht</a:t>
            </a:r>
            <a:r>
              <a:rPr lang="en-US" sz="1400" dirty="0"/>
              <a:t> </a:t>
            </a:r>
            <a:r>
              <a:rPr lang="en-US" sz="1400" dirty="0" err="1"/>
              <a:t>systematisch</a:t>
            </a:r>
            <a:r>
              <a:rPr lang="en-US" sz="1400" dirty="0"/>
              <a:t> </a:t>
            </a:r>
            <a:r>
              <a:rPr lang="en-US" sz="1400" dirty="0" err="1"/>
              <a:t>verhindert</a:t>
            </a:r>
            <a:r>
              <a:rPr lang="en-US" sz="1400" dirty="0"/>
              <a:t> </a:t>
            </a:r>
            <a:r>
              <a:rPr lang="en-US" sz="1400" dirty="0" err="1"/>
              <a:t>werden</a:t>
            </a:r>
            <a:r>
              <a:rPr lang="en-US" sz="1400" dirty="0"/>
              <a:t>. Eine Migration in </a:t>
            </a:r>
            <a:r>
              <a:rPr lang="en-US" sz="1400" dirty="0" err="1"/>
              <a:t>ein</a:t>
            </a:r>
            <a:r>
              <a:rPr lang="en-US" sz="1400" dirty="0"/>
              <a:t> </a:t>
            </a:r>
            <a:r>
              <a:rPr lang="en-US" sz="1400" dirty="0" err="1"/>
              <a:t>datenbankbasiertes</a:t>
            </a:r>
            <a:r>
              <a:rPr lang="en-US" sz="1400" dirty="0"/>
              <a:t> System </a:t>
            </a:r>
            <a:r>
              <a:rPr lang="en-US" sz="1400" dirty="0" err="1"/>
              <a:t>mit</a:t>
            </a:r>
            <a:r>
              <a:rPr lang="en-US" sz="1400" dirty="0"/>
              <a:t> </a:t>
            </a:r>
            <a:r>
              <a:rPr lang="en-US" sz="1400" dirty="0" err="1"/>
              <a:t>definierten</a:t>
            </a:r>
            <a:r>
              <a:rPr lang="en-US" sz="1400" dirty="0"/>
              <a:t> Constraints </a:t>
            </a:r>
            <a:r>
              <a:rPr lang="en-US" sz="1400" dirty="0" err="1"/>
              <a:t>wäre</a:t>
            </a:r>
            <a:r>
              <a:rPr lang="en-US" sz="1400" dirty="0"/>
              <a:t> die </a:t>
            </a:r>
            <a:r>
              <a:rPr lang="en-US" sz="1400" dirty="0" err="1"/>
              <a:t>nachhaltigste</a:t>
            </a:r>
            <a:r>
              <a:rPr lang="en-US" sz="1400" dirty="0"/>
              <a:t> </a:t>
            </a:r>
            <a:r>
              <a:rPr lang="en-US" sz="1400" dirty="0" err="1"/>
              <a:t>Maßnahme</a:t>
            </a:r>
            <a:r>
              <a:rPr lang="en-US" sz="1400" dirty="0"/>
              <a:t>."</a:t>
            </a:r>
            <a:endParaRPr lang="de-DE" sz="1400" dirty="0"/>
          </a:p>
        </p:txBody>
      </p:sp>
    </p:spTree>
    <p:extLst>
      <p:ext uri="{BB962C8B-B14F-4D97-AF65-F5344CB8AC3E}">
        <p14:creationId xmlns:p14="http://schemas.microsoft.com/office/powerpoint/2010/main" val="3924958371"/>
      </p:ext>
    </p:extLst>
  </p:cSld>
  <p:clrMapOvr>
    <a:masterClrMapping/>
  </p:clrMapOvr>
</p:sld>
</file>

<file path=ppt/theme/theme1.xml><?xml version="1.0" encoding="utf-8"?>
<a:theme xmlns:a="http://schemas.openxmlformats.org/drawingml/2006/main" name="Office Theme">
  <a:themeElements>
    <a:clrScheme name="Custom 1">
      <a:dk1>
        <a:srgbClr val="000000"/>
      </a:dk1>
      <a:lt1>
        <a:srgbClr val="FFFFFF"/>
      </a:lt1>
      <a:dk2>
        <a:srgbClr val="01116B"/>
      </a:dk2>
      <a:lt2>
        <a:srgbClr val="E8E8E8"/>
      </a:lt2>
      <a:accent1>
        <a:srgbClr val="FFEB06"/>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3670</TotalTime>
  <Words>1803</Words>
  <Application>Microsoft Macintosh PowerPoint</Application>
  <PresentationFormat>Widescreen</PresentationFormat>
  <Paragraphs>180</Paragraphs>
  <Slides>12</Slides>
  <Notes>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Aptos</vt:lpstr>
      <vt:lpstr>Aptos Narrow</vt:lpstr>
      <vt:lpstr>Arial</vt:lpstr>
      <vt:lpstr>Calibri</vt:lpstr>
      <vt:lpstr>Google Sans</vt:lpstr>
      <vt:lpstr>Wingdings</vt:lpstr>
      <vt:lpstr>Office Theme</vt:lpstr>
      <vt:lpstr>Datenqualitätsanalyse Artikelstammdaten</vt:lpstr>
      <vt:lpstr>Überblick</vt:lpstr>
      <vt:lpstr>PowerPoint Presentation</vt:lpstr>
      <vt:lpstr>PowerPoint Presentation</vt:lpstr>
      <vt:lpstr>Artikeldaten Grunddaten</vt:lpstr>
      <vt:lpstr>Kategorisierung</vt:lpstr>
      <vt:lpstr>Kategorisierung 2</vt:lpstr>
      <vt:lpstr>Preise</vt:lpstr>
      <vt:lpstr>Werksdaten</vt:lpstr>
      <vt:lpstr>Lieferantendaten </vt:lpstr>
      <vt:lpstr>Normalizierung</vt:lpstr>
      <vt:lpstr>Improvements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Anna Sommani</dc:creator>
  <cp:lastModifiedBy>Anna Sommani</cp:lastModifiedBy>
  <cp:revision>1</cp:revision>
  <dcterms:created xsi:type="dcterms:W3CDTF">2026-04-07T10:57:20Z</dcterms:created>
  <dcterms:modified xsi:type="dcterms:W3CDTF">2026-04-10T08:51:33Z</dcterms:modified>
</cp:coreProperties>
</file>